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5" r:id="rId1"/>
    <p:sldMasterId id="2147483696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6858000" cy="9144000"/>
  <p:embeddedFontLst>
    <p:embeddedFont>
      <p:font typeface="DM Sans" panose="020F0502020204030204" pitchFamily="34" charset="0"/>
      <p:regular r:id="rId27"/>
      <p:bold r:id="rId28"/>
      <p:italic r:id="rId29"/>
      <p:boldItalic r:id="rId30"/>
    </p:embeddedFont>
    <p:embeddedFont>
      <p:font typeface="Epilogue SemiBold" pitchFamily="2" charset="77"/>
      <p:regular r:id="rId31"/>
      <p:bold r:id="rId32"/>
      <p:italic r:id="rId33"/>
      <p:boldItalic r:id="rId34"/>
    </p:embeddedFont>
    <p:embeddedFont>
      <p:font typeface="Sora" pitchFamily="2" charset="0"/>
      <p:regular r:id="rId35"/>
      <p:bold r:id="rId36"/>
    </p:embeddedFont>
    <p:embeddedFont>
      <p:font typeface="Sora ExtraBold" pitchFamily="2" charset="0"/>
      <p:bold r:id="rId37"/>
    </p:embeddedFont>
    <p:embeddedFont>
      <p:font typeface="Sora Light" pitchFamily="2" charset="0"/>
      <p:regular r:id="rId38"/>
      <p:bold r:id="rId39"/>
    </p:embeddedFont>
    <p:embeddedFont>
      <p:font typeface="Sora SemiBold" pitchFamily="2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4" d="100"/>
          <a:sy n="154" d="100"/>
        </p:scale>
        <p:origin x="88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19.xml"/><Relationship Id="rId34" Type="http://schemas.openxmlformats.org/officeDocument/2006/relationships/font" Target="fonts/font8.fntdata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5.fntdata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0" Type="http://schemas.openxmlformats.org/officeDocument/2006/relationships/slide" Target="slides/slide18.xml"/><Relationship Id="rId41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SLIDES_API92609578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SLIDES_API92609578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SLIDES_API926095788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SLIDES_API926095788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SLIDES_API926095788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SLIDES_API926095788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SLIDES_API926095788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SLIDES_API926095788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SLIDES_API926095788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SLIDES_API926095788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SLIDES_API926095788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SLIDES_API926095788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SLIDES_API926095788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SLIDES_API926095788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SLIDES_API926095788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SLIDES_API926095788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SLIDES_API926095788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SLIDES_API926095788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SLIDES_API926095788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SLIDES_API926095788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SLIDES_API926095788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SLIDES_API926095788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SLIDES_API926095788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SLIDES_API926095788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SLIDES_API926095788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SLIDES_API926095788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SLIDES_API926095788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SLIDES_API926095788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SLIDES_API926095788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SLIDES_API926095788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SLIDES_API926095788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SLIDES_API926095788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SLIDES_API926095788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SLIDES_API926095788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SLIDES_API926095788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SLIDES_API926095788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SLIDES_API926095788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SLIDES_API926095788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SLIDES_API926095788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SLIDES_API926095788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SLIDES_API926095788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SLIDES_API926095788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SLIDES_API926095788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SLIDES_API926095788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SLIDES_API926095788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SLIDES_API926095788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title">
  <p:cSld name="TITLE">
    <p:bg>
      <p:bgPr>
        <a:solidFill>
          <a:schemeClr val="accen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5990300" y="4230875"/>
            <a:ext cx="2797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Sora SemiBold"/>
              <a:buNone/>
              <a:defRPr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 SemiBold"/>
              <a:buNone/>
              <a:defRPr sz="18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 SemiBold"/>
              <a:buNone/>
              <a:defRPr sz="18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 SemiBold"/>
              <a:buNone/>
              <a:defRPr sz="18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 SemiBold"/>
              <a:buNone/>
              <a:defRPr sz="18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 SemiBold"/>
              <a:buNone/>
              <a:defRPr sz="18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 SemiBold"/>
              <a:buNone/>
              <a:defRPr sz="18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 SemiBold"/>
              <a:buNone/>
              <a:defRPr sz="18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 SemiBold"/>
              <a:buNone/>
              <a:defRPr sz="18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/>
          <p:nvPr/>
        </p:nvSpPr>
        <p:spPr>
          <a:xfrm rot="6784842">
            <a:off x="-2629276" y="-3186"/>
            <a:ext cx="5150151" cy="5150151"/>
          </a:xfrm>
          <a:prstGeom prst="ellipse">
            <a:avLst/>
          </a:prstGeom>
          <a:gradFill>
            <a:gsLst>
              <a:gs pos="0">
                <a:srgbClr val="0064B2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4"/>
          <p:cNvSpPr/>
          <p:nvPr/>
        </p:nvSpPr>
        <p:spPr>
          <a:xfrm rot="6784851">
            <a:off x="-2172363" y="453781"/>
            <a:ext cx="4236414" cy="4236414"/>
          </a:xfrm>
          <a:prstGeom prst="ellipse">
            <a:avLst/>
          </a:prstGeom>
          <a:gradFill>
            <a:gsLst>
              <a:gs pos="0">
                <a:srgbClr val="0064B2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/>
          <p:nvPr/>
        </p:nvSpPr>
        <p:spPr>
          <a:xfrm rot="6784849">
            <a:off x="-1644831" y="981470"/>
            <a:ext cx="3181141" cy="3181141"/>
          </a:xfrm>
          <a:prstGeom prst="ellipse">
            <a:avLst/>
          </a:prstGeom>
          <a:gradFill>
            <a:gsLst>
              <a:gs pos="0">
                <a:srgbClr val="0064B2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777525" y="1723300"/>
            <a:ext cx="4572900" cy="15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>
            <a:off x="5990450" y="4016600"/>
            <a:ext cx="27969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4"/>
          <p:cNvSpPr txBox="1">
            <a:spLocks noGrp="1"/>
          </p:cNvSpPr>
          <p:nvPr>
            <p:ph type="subTitle" idx="2"/>
          </p:nvPr>
        </p:nvSpPr>
        <p:spPr>
          <a:xfrm>
            <a:off x="5990300" y="4601675"/>
            <a:ext cx="2797200" cy="3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3"/>
          </p:nvPr>
        </p:nvSpPr>
        <p:spPr>
          <a:xfrm>
            <a:off x="5990450" y="338428"/>
            <a:ext cx="2796900" cy="3405600"/>
          </a:xfrm>
          <a:prstGeom prst="roundRect">
            <a:avLst>
              <a:gd name="adj" fmla="val 484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1">
  <p:cSld name="TITLE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6" name="Google Shape;66;p15"/>
          <p:cNvSpPr/>
          <p:nvPr/>
        </p:nvSpPr>
        <p:spPr>
          <a:xfrm rot="-6785469" flipH="1">
            <a:off x="4016067" y="6820"/>
            <a:ext cx="5125766" cy="5125766"/>
          </a:xfrm>
          <a:prstGeom prst="ellipse">
            <a:avLst/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414000" y="416900"/>
            <a:ext cx="63630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414000" y="1273700"/>
            <a:ext cx="6363000" cy="34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2 - Image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 rot="-8100000">
            <a:off x="2837187" y="6528"/>
            <a:ext cx="5125958" cy="5125958"/>
          </a:xfrm>
          <a:prstGeom prst="ellipse">
            <a:avLst/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2" name="Google Shape;72;p16"/>
          <p:cNvSpPr>
            <a:spLocks noGrp="1"/>
          </p:cNvSpPr>
          <p:nvPr>
            <p:ph type="pic" idx="2"/>
          </p:nvPr>
        </p:nvSpPr>
        <p:spPr>
          <a:xfrm>
            <a:off x="5043600" y="0"/>
            <a:ext cx="4100400" cy="5144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70800" y="417600"/>
            <a:ext cx="42840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70800" y="1274400"/>
            <a:ext cx="4284000" cy="34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paragraphs" type="tx">
  <p:cSld name="TITLE_AND_BOD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 rot="9687985" flipH="1">
            <a:off x="-59106" y="-1387457"/>
            <a:ext cx="12234617" cy="12234617"/>
          </a:xfrm>
          <a:prstGeom prst="ellipse">
            <a:avLst/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505800" y="447750"/>
            <a:ext cx="81324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505800" y="1164150"/>
            <a:ext cx="2588400" cy="35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2"/>
          </p:nvPr>
        </p:nvSpPr>
        <p:spPr>
          <a:xfrm>
            <a:off x="3277800" y="1164150"/>
            <a:ext cx="2588400" cy="35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3"/>
          </p:nvPr>
        </p:nvSpPr>
        <p:spPr>
          <a:xfrm>
            <a:off x="6049800" y="1164150"/>
            <a:ext cx="2588400" cy="35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1" type="twoColTx">
  <p:cSld name="TITLE_AND_TWO_COLUMN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/>
          <p:nvPr/>
        </p:nvSpPr>
        <p:spPr>
          <a:xfrm rot="-6785469" flipH="1">
            <a:off x="4016067" y="6820"/>
            <a:ext cx="5125766" cy="5125766"/>
          </a:xfrm>
          <a:prstGeom prst="ellipse">
            <a:avLst/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" name="Google Shape;85;p18"/>
          <p:cNvSpPr/>
          <p:nvPr/>
        </p:nvSpPr>
        <p:spPr>
          <a:xfrm>
            <a:off x="0" y="-43613"/>
            <a:ext cx="2849400" cy="5201700"/>
          </a:xfrm>
          <a:prstGeom prst="rect">
            <a:avLst/>
          </a:prstGeom>
          <a:solidFill>
            <a:srgbClr val="CFE2F3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6006550" y="448100"/>
            <a:ext cx="27708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2849400" y="-29088"/>
            <a:ext cx="2849400" cy="5201700"/>
          </a:xfrm>
          <a:prstGeom prst="rect">
            <a:avLst/>
          </a:prstGeom>
          <a:solidFill>
            <a:srgbClr val="CFE2F3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1"/>
          </p:nvPr>
        </p:nvSpPr>
        <p:spPr>
          <a:xfrm>
            <a:off x="249000" y="469700"/>
            <a:ext cx="23514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2"/>
          </p:nvPr>
        </p:nvSpPr>
        <p:spPr>
          <a:xfrm>
            <a:off x="249000" y="1063700"/>
            <a:ext cx="2351400" cy="37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3"/>
          </p:nvPr>
        </p:nvSpPr>
        <p:spPr>
          <a:xfrm>
            <a:off x="3098400" y="469700"/>
            <a:ext cx="23514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4"/>
          </p:nvPr>
        </p:nvSpPr>
        <p:spPr>
          <a:xfrm>
            <a:off x="3098400" y="1063700"/>
            <a:ext cx="2351400" cy="37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1 Image" type="titleOnly">
  <p:cSld name="TITLE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3445200" y="-43613"/>
            <a:ext cx="2849400" cy="5201700"/>
          </a:xfrm>
          <a:prstGeom prst="rect">
            <a:avLst/>
          </a:prstGeom>
          <a:solidFill>
            <a:srgbClr val="CFE2F3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/>
          <p:nvPr/>
        </p:nvSpPr>
        <p:spPr>
          <a:xfrm>
            <a:off x="6294600" y="-29088"/>
            <a:ext cx="2849400" cy="5201700"/>
          </a:xfrm>
          <a:prstGeom prst="rect">
            <a:avLst/>
          </a:prstGeom>
          <a:solidFill>
            <a:srgbClr val="CFE2F3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1"/>
          </p:nvPr>
        </p:nvSpPr>
        <p:spPr>
          <a:xfrm>
            <a:off x="3694200" y="1941750"/>
            <a:ext cx="23514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2"/>
          </p:nvPr>
        </p:nvSpPr>
        <p:spPr>
          <a:xfrm>
            <a:off x="3694200" y="2617825"/>
            <a:ext cx="2351400" cy="22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3"/>
          </p:nvPr>
        </p:nvSpPr>
        <p:spPr>
          <a:xfrm>
            <a:off x="6543600" y="1941750"/>
            <a:ext cx="23514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4"/>
          </p:nvPr>
        </p:nvSpPr>
        <p:spPr>
          <a:xfrm>
            <a:off x="6543600" y="2617825"/>
            <a:ext cx="2351400" cy="22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00" name="Google Shape;100;p19"/>
          <p:cNvGrpSpPr/>
          <p:nvPr/>
        </p:nvGrpSpPr>
        <p:grpSpPr>
          <a:xfrm>
            <a:off x="-1095774" y="-642336"/>
            <a:ext cx="2209810" cy="2209810"/>
            <a:chOff x="-1225650" y="-310172"/>
            <a:chExt cx="2751600" cy="2751600"/>
          </a:xfrm>
        </p:grpSpPr>
        <p:sp>
          <p:nvSpPr>
            <p:cNvPr id="101" name="Google Shape;101;p19"/>
            <p:cNvSpPr/>
            <p:nvPr/>
          </p:nvSpPr>
          <p:spPr>
            <a:xfrm rot="6785071">
              <a:off x="-898465" y="17013"/>
              <a:ext cx="2097231" cy="209723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9"/>
            <p:cNvSpPr/>
            <p:nvPr/>
          </p:nvSpPr>
          <p:spPr>
            <a:xfrm rot="6784296">
              <a:off x="-710931" y="203630"/>
              <a:ext cx="1723992" cy="1723992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9"/>
            <p:cNvSpPr/>
            <p:nvPr/>
          </p:nvSpPr>
          <p:spPr>
            <a:xfrm rot="6785852">
              <a:off x="-497608" y="417790"/>
              <a:ext cx="1295445" cy="1295445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" name="Google Shape;104;p19"/>
          <p:cNvSpPr>
            <a:spLocks noGrp="1"/>
          </p:cNvSpPr>
          <p:nvPr>
            <p:ph type="pic" idx="5"/>
          </p:nvPr>
        </p:nvSpPr>
        <p:spPr>
          <a:xfrm>
            <a:off x="3466525" y="0"/>
            <a:ext cx="2849400" cy="17118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9"/>
          <p:cNvSpPr>
            <a:spLocks noGrp="1"/>
          </p:cNvSpPr>
          <p:nvPr>
            <p:ph type="pic" idx="6"/>
          </p:nvPr>
        </p:nvSpPr>
        <p:spPr>
          <a:xfrm>
            <a:off x="6315925" y="150"/>
            <a:ext cx="2849400" cy="17118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70800" y="417600"/>
            <a:ext cx="27492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2">
  <p:cSld name="ONE_COLUMN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/>
          <p:nvPr/>
        </p:nvSpPr>
        <p:spPr>
          <a:xfrm>
            <a:off x="719025" y="1088550"/>
            <a:ext cx="3749700" cy="3625200"/>
          </a:xfrm>
          <a:prstGeom prst="roundRect">
            <a:avLst>
              <a:gd name="adj" fmla="val 4845"/>
            </a:avLst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0"/>
          <p:cNvSpPr/>
          <p:nvPr/>
        </p:nvSpPr>
        <p:spPr>
          <a:xfrm>
            <a:off x="4680750" y="1099600"/>
            <a:ext cx="3749700" cy="3625200"/>
          </a:xfrm>
          <a:prstGeom prst="roundRect">
            <a:avLst>
              <a:gd name="adj" fmla="val 4845"/>
            </a:avLst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1" name="Google Shape;111;p20"/>
          <p:cNvSpPr/>
          <p:nvPr/>
        </p:nvSpPr>
        <p:spPr>
          <a:xfrm>
            <a:off x="1128375" y="1401975"/>
            <a:ext cx="288900" cy="288900"/>
          </a:xfrm>
          <a:prstGeom prst="rect">
            <a:avLst/>
          </a:prstGeom>
          <a:solidFill>
            <a:srgbClr val="CFE2F3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5097125" y="1401975"/>
            <a:ext cx="288900" cy="288900"/>
          </a:xfrm>
          <a:prstGeom prst="rect">
            <a:avLst/>
          </a:prstGeom>
          <a:solidFill>
            <a:srgbClr val="CFE2F3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1"/>
          </p:nvPr>
        </p:nvSpPr>
        <p:spPr>
          <a:xfrm>
            <a:off x="1033200" y="1749600"/>
            <a:ext cx="3132000" cy="4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2"/>
          </p:nvPr>
        </p:nvSpPr>
        <p:spPr>
          <a:xfrm>
            <a:off x="1033200" y="2311200"/>
            <a:ext cx="3132000" cy="20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ubTitle" idx="3"/>
          </p:nvPr>
        </p:nvSpPr>
        <p:spPr>
          <a:xfrm>
            <a:off x="4989600" y="1749600"/>
            <a:ext cx="3132000" cy="4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4"/>
          </p:nvPr>
        </p:nvSpPr>
        <p:spPr>
          <a:xfrm>
            <a:off x="4989600" y="2311200"/>
            <a:ext cx="3132000" cy="20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title"/>
          </p:nvPr>
        </p:nvSpPr>
        <p:spPr>
          <a:xfrm>
            <a:off x="666000" y="334800"/>
            <a:ext cx="76140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3">
  <p:cSld name="MAIN_POIN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/>
          <p:nvPr/>
        </p:nvSpPr>
        <p:spPr>
          <a:xfrm rot="5400000">
            <a:off x="3014875" y="1408300"/>
            <a:ext cx="5182200" cy="2325300"/>
          </a:xfrm>
          <a:prstGeom prst="roundRect">
            <a:avLst>
              <a:gd name="adj" fmla="val 0"/>
            </a:avLst>
          </a:prstGeom>
          <a:solidFill>
            <a:srgbClr val="CFE2F3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1"/>
          <p:cNvSpPr/>
          <p:nvPr/>
        </p:nvSpPr>
        <p:spPr>
          <a:xfrm rot="5400000">
            <a:off x="5390250" y="1409100"/>
            <a:ext cx="5182200" cy="2325300"/>
          </a:xfrm>
          <a:prstGeom prst="roundRect">
            <a:avLst>
              <a:gd name="adj" fmla="val 0"/>
            </a:avLst>
          </a:prstGeom>
          <a:solidFill>
            <a:srgbClr val="CFE2F3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1"/>
          <p:cNvSpPr/>
          <p:nvPr/>
        </p:nvSpPr>
        <p:spPr>
          <a:xfrm rot="6785775">
            <a:off x="4420832" y="990049"/>
            <a:ext cx="5292944" cy="5292944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ubTitle" idx="1"/>
          </p:nvPr>
        </p:nvSpPr>
        <p:spPr>
          <a:xfrm>
            <a:off x="4453975" y="411750"/>
            <a:ext cx="2304000" cy="54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2"/>
          </p:nvPr>
        </p:nvSpPr>
        <p:spPr>
          <a:xfrm>
            <a:off x="4453975" y="1005750"/>
            <a:ext cx="2304000" cy="372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396000" y="345600"/>
            <a:ext cx="36519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6829350" y="412550"/>
            <a:ext cx="2304000" cy="54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body" idx="4"/>
          </p:nvPr>
        </p:nvSpPr>
        <p:spPr>
          <a:xfrm>
            <a:off x="6829350" y="1006550"/>
            <a:ext cx="2304000" cy="372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 No Image">
  <p:cSld name="SECTION_TITLE_AND_DESCRIPTIO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/>
          <p:nvPr/>
        </p:nvSpPr>
        <p:spPr>
          <a:xfrm>
            <a:off x="347725" y="345925"/>
            <a:ext cx="8454000" cy="4458600"/>
          </a:xfrm>
          <a:prstGeom prst="roundRect">
            <a:avLst>
              <a:gd name="adj" fmla="val 3136"/>
            </a:avLst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2"/>
          <p:cNvSpPr/>
          <p:nvPr/>
        </p:nvSpPr>
        <p:spPr>
          <a:xfrm rot="-8100000">
            <a:off x="387758" y="384433"/>
            <a:ext cx="4419135" cy="4419135"/>
          </a:xfrm>
          <a:prstGeom prst="ellipse">
            <a:avLst/>
          </a:prstGeom>
          <a:solidFill>
            <a:srgbClr val="CFE2F3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body" idx="1"/>
          </p:nvPr>
        </p:nvSpPr>
        <p:spPr>
          <a:xfrm>
            <a:off x="547650" y="1378225"/>
            <a:ext cx="8048700" cy="32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title"/>
          </p:nvPr>
        </p:nvSpPr>
        <p:spPr>
          <a:xfrm>
            <a:off x="547650" y="521425"/>
            <a:ext cx="80487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">
  <p:cSld name="CAPTION_ONL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36" name="Google Shape;136;p23"/>
          <p:cNvGrpSpPr/>
          <p:nvPr/>
        </p:nvGrpSpPr>
        <p:grpSpPr>
          <a:xfrm>
            <a:off x="5012100" y="-534151"/>
            <a:ext cx="4653900" cy="4704600"/>
            <a:chOff x="5012100" y="-534151"/>
            <a:chExt cx="4653900" cy="4704600"/>
          </a:xfrm>
        </p:grpSpPr>
        <p:sp>
          <p:nvSpPr>
            <p:cNvPr id="137" name="Google Shape;137;p23"/>
            <p:cNvSpPr/>
            <p:nvPr/>
          </p:nvSpPr>
          <p:spPr>
            <a:xfrm rot="-6756923" flipH="1">
              <a:off x="5568508" y="22313"/>
              <a:ext cx="3541085" cy="359167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3"/>
            <p:cNvSpPr/>
            <p:nvPr/>
          </p:nvSpPr>
          <p:spPr>
            <a:xfrm rot="-6756183" flipH="1">
              <a:off x="5833516" y="406890"/>
              <a:ext cx="2910669" cy="2865027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3"/>
            <p:cNvSpPr/>
            <p:nvPr/>
          </p:nvSpPr>
          <p:spPr>
            <a:xfrm rot="-6757555" flipH="1">
              <a:off x="6196888" y="762764"/>
              <a:ext cx="2187346" cy="215305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" name="Google Shape;140;p23"/>
          <p:cNvSpPr>
            <a:spLocks noGrp="1"/>
          </p:cNvSpPr>
          <p:nvPr>
            <p:ph type="pic" idx="2"/>
          </p:nvPr>
        </p:nvSpPr>
        <p:spPr>
          <a:xfrm>
            <a:off x="5589075" y="1588700"/>
            <a:ext cx="3555000" cy="35550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3"/>
          <p:cNvSpPr/>
          <p:nvPr/>
        </p:nvSpPr>
        <p:spPr>
          <a:xfrm>
            <a:off x="5153175" y="0"/>
            <a:ext cx="435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447075" y="359550"/>
            <a:ext cx="46620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447075" y="1057950"/>
            <a:ext cx="46620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2">
  <p:cSld name="BIG_NUMBER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24"/>
          <p:cNvSpPr/>
          <p:nvPr/>
        </p:nvSpPr>
        <p:spPr>
          <a:xfrm rot="-3122272" flipH="1">
            <a:off x="6278743" y="2096956"/>
            <a:ext cx="5448510" cy="5526138"/>
          </a:xfrm>
          <a:prstGeom prst="ellipse">
            <a:avLst/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4"/>
          <p:cNvSpPr/>
          <p:nvPr/>
        </p:nvSpPr>
        <p:spPr>
          <a:xfrm rot="-3121664" flipH="1">
            <a:off x="6697665" y="2604593"/>
            <a:ext cx="4478449" cy="4408457"/>
          </a:xfrm>
          <a:prstGeom prst="ellipse">
            <a:avLst/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4"/>
          <p:cNvSpPr/>
          <p:nvPr/>
        </p:nvSpPr>
        <p:spPr>
          <a:xfrm rot="-3123147" flipH="1">
            <a:off x="7255145" y="3154766"/>
            <a:ext cx="3365695" cy="3312189"/>
          </a:xfrm>
          <a:prstGeom prst="ellipse">
            <a:avLst/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4"/>
          <p:cNvSpPr>
            <a:spLocks noGrp="1"/>
          </p:cNvSpPr>
          <p:nvPr>
            <p:ph type="pic" idx="2"/>
          </p:nvPr>
        </p:nvSpPr>
        <p:spPr>
          <a:xfrm>
            <a:off x="0" y="0"/>
            <a:ext cx="304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3482150" y="359550"/>
            <a:ext cx="51357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1"/>
          </p:nvPr>
        </p:nvSpPr>
        <p:spPr>
          <a:xfrm>
            <a:off x="3482150" y="1057950"/>
            <a:ext cx="51357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">
  <p:cSld name="CUSTOM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/>
          <p:nvPr/>
        </p:nvSpPr>
        <p:spPr>
          <a:xfrm rot="5400000">
            <a:off x="-21000" y="1943600"/>
            <a:ext cx="4169100" cy="22305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  <a:alpha val="20000"/>
                </a:srgbClr>
              </a:gs>
              <a:gs pos="50000">
                <a:schemeClr val="lt1">
                  <a:alpha val="20000"/>
                </a:schemeClr>
              </a:gs>
              <a:gs pos="100000">
                <a:srgbClr val="0064B2">
                  <a:alpha val="0"/>
                  <a:alpha val="2000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5"/>
          <p:cNvSpPr/>
          <p:nvPr/>
        </p:nvSpPr>
        <p:spPr>
          <a:xfrm rot="5400000">
            <a:off x="2472150" y="1959800"/>
            <a:ext cx="4201500" cy="22305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  <a:alpha val="0"/>
                </a:srgbClr>
              </a:gs>
              <a:gs pos="50000">
                <a:schemeClr val="lt1">
                  <a:alpha val="0"/>
                </a:schemeClr>
              </a:gs>
              <a:gs pos="100000">
                <a:srgbClr val="0064B2">
                  <a:alpha val="0"/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5"/>
          <p:cNvSpPr/>
          <p:nvPr/>
        </p:nvSpPr>
        <p:spPr>
          <a:xfrm rot="5400000">
            <a:off x="4997700" y="1943600"/>
            <a:ext cx="4169100" cy="22305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title"/>
          </p:nvPr>
        </p:nvSpPr>
        <p:spPr>
          <a:xfrm>
            <a:off x="941400" y="293750"/>
            <a:ext cx="72648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subTitle" idx="1"/>
          </p:nvPr>
        </p:nvSpPr>
        <p:spPr>
          <a:xfrm>
            <a:off x="943200" y="1238400"/>
            <a:ext cx="2235600" cy="5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body" idx="2"/>
          </p:nvPr>
        </p:nvSpPr>
        <p:spPr>
          <a:xfrm>
            <a:off x="943200" y="2008800"/>
            <a:ext cx="2235600" cy="28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subTitle" idx="3"/>
          </p:nvPr>
        </p:nvSpPr>
        <p:spPr>
          <a:xfrm>
            <a:off x="3456000" y="1238400"/>
            <a:ext cx="2235600" cy="5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body" idx="4"/>
          </p:nvPr>
        </p:nvSpPr>
        <p:spPr>
          <a:xfrm>
            <a:off x="3456000" y="2008800"/>
            <a:ext cx="2235600" cy="28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subTitle" idx="5"/>
          </p:nvPr>
        </p:nvSpPr>
        <p:spPr>
          <a:xfrm>
            <a:off x="5968800" y="1238400"/>
            <a:ext cx="2235600" cy="5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6"/>
          </p:nvPr>
        </p:nvSpPr>
        <p:spPr>
          <a:xfrm>
            <a:off x="5968800" y="2008800"/>
            <a:ext cx="2235600" cy="28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grpSp>
        <p:nvGrpSpPr>
          <p:cNvPr id="163" name="Google Shape;163;p25"/>
          <p:cNvGrpSpPr/>
          <p:nvPr/>
        </p:nvGrpSpPr>
        <p:grpSpPr>
          <a:xfrm>
            <a:off x="7658090" y="-375392"/>
            <a:ext cx="3070178" cy="3103625"/>
            <a:chOff x="5012100" y="-534151"/>
            <a:chExt cx="4653900" cy="4704600"/>
          </a:xfrm>
        </p:grpSpPr>
        <p:sp>
          <p:nvSpPr>
            <p:cNvPr id="164" name="Google Shape;164;p25"/>
            <p:cNvSpPr/>
            <p:nvPr/>
          </p:nvSpPr>
          <p:spPr>
            <a:xfrm rot="-6756923" flipH="1">
              <a:off x="5568508" y="22313"/>
              <a:ext cx="3541085" cy="359167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5"/>
            <p:cNvSpPr/>
            <p:nvPr/>
          </p:nvSpPr>
          <p:spPr>
            <a:xfrm rot="-6756183" flipH="1">
              <a:off x="5833516" y="406890"/>
              <a:ext cx="2910669" cy="2865027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5"/>
            <p:cNvSpPr/>
            <p:nvPr/>
          </p:nvSpPr>
          <p:spPr>
            <a:xfrm rot="-6757555" flipH="1">
              <a:off x="6196888" y="762764"/>
              <a:ext cx="2187346" cy="215305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" name="Google Shape;167;p25"/>
          <p:cNvGrpSpPr/>
          <p:nvPr/>
        </p:nvGrpSpPr>
        <p:grpSpPr>
          <a:xfrm>
            <a:off x="-895889" y="3694035"/>
            <a:ext cx="1657719" cy="1675779"/>
            <a:chOff x="5012100" y="-534151"/>
            <a:chExt cx="4653900" cy="4704600"/>
          </a:xfrm>
        </p:grpSpPr>
        <p:sp>
          <p:nvSpPr>
            <p:cNvPr id="168" name="Google Shape;168;p25"/>
            <p:cNvSpPr/>
            <p:nvPr/>
          </p:nvSpPr>
          <p:spPr>
            <a:xfrm rot="-6756923" flipH="1">
              <a:off x="5568508" y="22313"/>
              <a:ext cx="3541085" cy="359167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5"/>
            <p:cNvSpPr/>
            <p:nvPr/>
          </p:nvSpPr>
          <p:spPr>
            <a:xfrm rot="-6756183" flipH="1">
              <a:off x="5833516" y="406890"/>
              <a:ext cx="2910669" cy="2865027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5"/>
            <p:cNvSpPr/>
            <p:nvPr/>
          </p:nvSpPr>
          <p:spPr>
            <a:xfrm rot="-6757555" flipH="1">
              <a:off x="6196888" y="762764"/>
              <a:ext cx="2187346" cy="215305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2" type="blank">
  <p:cSld name="BLANK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13500032" scaled="0"/>
        </a:gra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/>
          <p:nvPr/>
        </p:nvSpPr>
        <p:spPr>
          <a:xfrm>
            <a:off x="347725" y="345925"/>
            <a:ext cx="8454000" cy="4458600"/>
          </a:xfrm>
          <a:prstGeom prst="roundRect">
            <a:avLst>
              <a:gd name="adj" fmla="val 3136"/>
            </a:avLst>
          </a:prstGeom>
          <a:gradFill>
            <a:gsLst>
              <a:gs pos="0">
                <a:srgbClr val="0064B2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74" name="Google Shape;174;p26"/>
          <p:cNvCxnSpPr/>
          <p:nvPr/>
        </p:nvCxnSpPr>
        <p:spPr>
          <a:xfrm>
            <a:off x="3257150" y="1496175"/>
            <a:ext cx="0" cy="30501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75;p26"/>
          <p:cNvCxnSpPr/>
          <p:nvPr/>
        </p:nvCxnSpPr>
        <p:spPr>
          <a:xfrm>
            <a:off x="5778350" y="1496175"/>
            <a:ext cx="0" cy="3018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" name="Google Shape;176;p26"/>
          <p:cNvSpPr txBox="1">
            <a:spLocks noGrp="1"/>
          </p:cNvSpPr>
          <p:nvPr>
            <p:ph type="title"/>
          </p:nvPr>
        </p:nvSpPr>
        <p:spPr>
          <a:xfrm>
            <a:off x="991800" y="620725"/>
            <a:ext cx="70704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26"/>
          <p:cNvSpPr txBox="1">
            <a:spLocks noGrp="1"/>
          </p:cNvSpPr>
          <p:nvPr>
            <p:ph type="subTitle" idx="1"/>
          </p:nvPr>
        </p:nvSpPr>
        <p:spPr>
          <a:xfrm>
            <a:off x="990000" y="1328125"/>
            <a:ext cx="2012400" cy="66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body" idx="2"/>
          </p:nvPr>
        </p:nvSpPr>
        <p:spPr>
          <a:xfrm>
            <a:off x="990000" y="2143578"/>
            <a:ext cx="2012400" cy="2398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subTitle" idx="3"/>
          </p:nvPr>
        </p:nvSpPr>
        <p:spPr>
          <a:xfrm>
            <a:off x="3520800" y="1328125"/>
            <a:ext cx="2012400" cy="66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180" name="Google Shape;180;p26"/>
          <p:cNvSpPr txBox="1">
            <a:spLocks noGrp="1"/>
          </p:cNvSpPr>
          <p:nvPr>
            <p:ph type="body" idx="4"/>
          </p:nvPr>
        </p:nvSpPr>
        <p:spPr>
          <a:xfrm>
            <a:off x="3520800" y="2143578"/>
            <a:ext cx="2012400" cy="2398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26"/>
          <p:cNvSpPr txBox="1">
            <a:spLocks noGrp="1"/>
          </p:cNvSpPr>
          <p:nvPr>
            <p:ph type="subTitle" idx="5"/>
          </p:nvPr>
        </p:nvSpPr>
        <p:spPr>
          <a:xfrm>
            <a:off x="6048000" y="1328125"/>
            <a:ext cx="2012400" cy="66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182" name="Google Shape;182;p26"/>
          <p:cNvSpPr txBox="1">
            <a:spLocks noGrp="1"/>
          </p:cNvSpPr>
          <p:nvPr>
            <p:ph type="body" idx="6"/>
          </p:nvPr>
        </p:nvSpPr>
        <p:spPr>
          <a:xfrm>
            <a:off x="6048000" y="2143578"/>
            <a:ext cx="2012400" cy="2398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3">
  <p:cSld name="CUSTOM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/>
          <p:nvPr/>
        </p:nvSpPr>
        <p:spPr>
          <a:xfrm>
            <a:off x="0" y="1033025"/>
            <a:ext cx="9144000" cy="41349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7"/>
          <p:cNvSpPr txBox="1">
            <a:spLocks noGrp="1"/>
          </p:cNvSpPr>
          <p:nvPr>
            <p:ph type="title"/>
          </p:nvPr>
        </p:nvSpPr>
        <p:spPr>
          <a:xfrm>
            <a:off x="943200" y="230400"/>
            <a:ext cx="72612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7"/>
          <p:cNvSpPr txBox="1">
            <a:spLocks noGrp="1"/>
          </p:cNvSpPr>
          <p:nvPr>
            <p:ph type="subTitle" idx="1"/>
          </p:nvPr>
        </p:nvSpPr>
        <p:spPr>
          <a:xfrm>
            <a:off x="739850" y="1487675"/>
            <a:ext cx="2235600" cy="5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187" name="Google Shape;187;p27"/>
          <p:cNvSpPr txBox="1">
            <a:spLocks noGrp="1"/>
          </p:cNvSpPr>
          <p:nvPr>
            <p:ph type="body" idx="2"/>
          </p:nvPr>
        </p:nvSpPr>
        <p:spPr>
          <a:xfrm>
            <a:off x="739850" y="2258075"/>
            <a:ext cx="2235600" cy="24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27"/>
          <p:cNvSpPr txBox="1">
            <a:spLocks noGrp="1"/>
          </p:cNvSpPr>
          <p:nvPr>
            <p:ph type="subTitle" idx="3"/>
          </p:nvPr>
        </p:nvSpPr>
        <p:spPr>
          <a:xfrm>
            <a:off x="3456000" y="1487675"/>
            <a:ext cx="2235600" cy="5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189" name="Google Shape;189;p27"/>
          <p:cNvSpPr txBox="1">
            <a:spLocks noGrp="1"/>
          </p:cNvSpPr>
          <p:nvPr>
            <p:ph type="body" idx="4"/>
          </p:nvPr>
        </p:nvSpPr>
        <p:spPr>
          <a:xfrm>
            <a:off x="3456000" y="2258075"/>
            <a:ext cx="2235600" cy="24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27"/>
          <p:cNvSpPr txBox="1">
            <a:spLocks noGrp="1"/>
          </p:cNvSpPr>
          <p:nvPr>
            <p:ph type="subTitle" idx="5"/>
          </p:nvPr>
        </p:nvSpPr>
        <p:spPr>
          <a:xfrm>
            <a:off x="5965200" y="1487675"/>
            <a:ext cx="2235600" cy="5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body" idx="6"/>
          </p:nvPr>
        </p:nvSpPr>
        <p:spPr>
          <a:xfrm>
            <a:off x="5965200" y="2258075"/>
            <a:ext cx="2235600" cy="24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92" name="Google Shape;192;p27"/>
          <p:cNvGrpSpPr/>
          <p:nvPr/>
        </p:nvGrpSpPr>
        <p:grpSpPr>
          <a:xfrm>
            <a:off x="8493370" y="-183103"/>
            <a:ext cx="1359404" cy="1374214"/>
            <a:chOff x="5012100" y="-534151"/>
            <a:chExt cx="4653900" cy="4704600"/>
          </a:xfrm>
        </p:grpSpPr>
        <p:sp>
          <p:nvSpPr>
            <p:cNvPr id="193" name="Google Shape;193;p27"/>
            <p:cNvSpPr/>
            <p:nvPr/>
          </p:nvSpPr>
          <p:spPr>
            <a:xfrm rot="-6756923" flipH="1">
              <a:off x="5568508" y="22313"/>
              <a:ext cx="3541085" cy="359167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7"/>
            <p:cNvSpPr/>
            <p:nvPr/>
          </p:nvSpPr>
          <p:spPr>
            <a:xfrm rot="-6756183" flipH="1">
              <a:off x="5833516" y="406890"/>
              <a:ext cx="2910669" cy="2865027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7"/>
            <p:cNvSpPr/>
            <p:nvPr/>
          </p:nvSpPr>
          <p:spPr>
            <a:xfrm rot="-6757555" flipH="1">
              <a:off x="6196888" y="762764"/>
              <a:ext cx="2187346" cy="215305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" name="Google Shape;196;p27"/>
          <p:cNvGrpSpPr/>
          <p:nvPr/>
        </p:nvGrpSpPr>
        <p:grpSpPr>
          <a:xfrm>
            <a:off x="-705076" y="-175640"/>
            <a:ext cx="1359290" cy="1359290"/>
            <a:chOff x="-1225650" y="-310172"/>
            <a:chExt cx="2751600" cy="2751600"/>
          </a:xfrm>
        </p:grpSpPr>
        <p:sp>
          <p:nvSpPr>
            <p:cNvPr id="197" name="Google Shape;197;p27"/>
            <p:cNvSpPr/>
            <p:nvPr/>
          </p:nvSpPr>
          <p:spPr>
            <a:xfrm rot="6785071">
              <a:off x="-898465" y="17013"/>
              <a:ext cx="2097231" cy="209723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7"/>
            <p:cNvSpPr/>
            <p:nvPr/>
          </p:nvSpPr>
          <p:spPr>
            <a:xfrm rot="6784296">
              <a:off x="-710931" y="203630"/>
              <a:ext cx="1723992" cy="1723992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7"/>
            <p:cNvSpPr/>
            <p:nvPr/>
          </p:nvSpPr>
          <p:spPr>
            <a:xfrm rot="6785852">
              <a:off x="-497608" y="417790"/>
              <a:ext cx="1295445" cy="1295445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3 1 Image">
  <p:cSld name="CUSTOM_2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/>
          <p:nvPr/>
        </p:nvSpPr>
        <p:spPr>
          <a:xfrm rot="5400000">
            <a:off x="-165067" y="1223650"/>
            <a:ext cx="5147700" cy="2694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  <a:alpha val="20000"/>
                </a:srgbClr>
              </a:gs>
              <a:gs pos="50000">
                <a:schemeClr val="lt1">
                  <a:alpha val="20000"/>
                </a:schemeClr>
              </a:gs>
              <a:gs pos="100000">
                <a:srgbClr val="0064B2">
                  <a:alpha val="0"/>
                  <a:alpha val="2000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8"/>
          <p:cNvSpPr/>
          <p:nvPr/>
        </p:nvSpPr>
        <p:spPr>
          <a:xfrm rot="5400000">
            <a:off x="2529042" y="1225825"/>
            <a:ext cx="5147700" cy="2694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  <a:alpha val="20000"/>
                </a:srgbClr>
              </a:gs>
              <a:gs pos="50000">
                <a:schemeClr val="lt1">
                  <a:alpha val="20000"/>
                </a:schemeClr>
              </a:gs>
              <a:gs pos="100000">
                <a:srgbClr val="0064B2">
                  <a:alpha val="0"/>
                  <a:alpha val="2000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8"/>
          <p:cNvSpPr/>
          <p:nvPr/>
        </p:nvSpPr>
        <p:spPr>
          <a:xfrm rot="5400000">
            <a:off x="5223150" y="1223650"/>
            <a:ext cx="5147700" cy="2694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  <a:alpha val="20000"/>
                </a:srgbClr>
              </a:gs>
              <a:gs pos="50000">
                <a:schemeClr val="lt1">
                  <a:alpha val="20000"/>
                </a:schemeClr>
              </a:gs>
              <a:gs pos="100000">
                <a:srgbClr val="0064B2">
                  <a:alpha val="0"/>
                  <a:alpha val="2000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8"/>
          <p:cNvSpPr>
            <a:spLocks noGrp="1"/>
          </p:cNvSpPr>
          <p:nvPr>
            <p:ph type="pic" idx="2"/>
          </p:nvPr>
        </p:nvSpPr>
        <p:spPr>
          <a:xfrm>
            <a:off x="1061775" y="0"/>
            <a:ext cx="2694000" cy="19971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28"/>
          <p:cNvSpPr>
            <a:spLocks noGrp="1"/>
          </p:cNvSpPr>
          <p:nvPr>
            <p:ph type="pic" idx="3"/>
          </p:nvPr>
        </p:nvSpPr>
        <p:spPr>
          <a:xfrm>
            <a:off x="3755900" y="3146400"/>
            <a:ext cx="2694000" cy="19971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28"/>
          <p:cNvSpPr>
            <a:spLocks noGrp="1"/>
          </p:cNvSpPr>
          <p:nvPr>
            <p:ph type="pic" idx="4"/>
          </p:nvPr>
        </p:nvSpPr>
        <p:spPr>
          <a:xfrm>
            <a:off x="6450000" y="0"/>
            <a:ext cx="2694000" cy="19971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28"/>
          <p:cNvSpPr txBox="1">
            <a:spLocks noGrp="1"/>
          </p:cNvSpPr>
          <p:nvPr>
            <p:ph type="subTitle" idx="1"/>
          </p:nvPr>
        </p:nvSpPr>
        <p:spPr>
          <a:xfrm>
            <a:off x="1290975" y="2179025"/>
            <a:ext cx="2235600" cy="5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08" name="Google Shape;208;p28"/>
          <p:cNvSpPr txBox="1">
            <a:spLocks noGrp="1"/>
          </p:cNvSpPr>
          <p:nvPr>
            <p:ph type="body" idx="5"/>
          </p:nvPr>
        </p:nvSpPr>
        <p:spPr>
          <a:xfrm>
            <a:off x="1290975" y="2949425"/>
            <a:ext cx="2235600" cy="19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28"/>
          <p:cNvSpPr txBox="1">
            <a:spLocks noGrp="1"/>
          </p:cNvSpPr>
          <p:nvPr>
            <p:ph type="subTitle" idx="6"/>
          </p:nvPr>
        </p:nvSpPr>
        <p:spPr>
          <a:xfrm>
            <a:off x="3985088" y="181925"/>
            <a:ext cx="2235600" cy="5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10" name="Google Shape;210;p28"/>
          <p:cNvSpPr txBox="1">
            <a:spLocks noGrp="1"/>
          </p:cNvSpPr>
          <p:nvPr>
            <p:ph type="body" idx="7"/>
          </p:nvPr>
        </p:nvSpPr>
        <p:spPr>
          <a:xfrm>
            <a:off x="3985088" y="952325"/>
            <a:ext cx="2235600" cy="19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28"/>
          <p:cNvSpPr txBox="1">
            <a:spLocks noGrp="1"/>
          </p:cNvSpPr>
          <p:nvPr>
            <p:ph type="subTitle" idx="8"/>
          </p:nvPr>
        </p:nvSpPr>
        <p:spPr>
          <a:xfrm>
            <a:off x="6679225" y="2179025"/>
            <a:ext cx="2235600" cy="5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12" name="Google Shape;212;p28"/>
          <p:cNvSpPr txBox="1">
            <a:spLocks noGrp="1"/>
          </p:cNvSpPr>
          <p:nvPr>
            <p:ph type="body" idx="9"/>
          </p:nvPr>
        </p:nvSpPr>
        <p:spPr>
          <a:xfrm>
            <a:off x="6679225" y="2949425"/>
            <a:ext cx="2235600" cy="19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3" name="Google Shape;213;p28"/>
          <p:cNvSpPr txBox="1">
            <a:spLocks noGrp="1"/>
          </p:cNvSpPr>
          <p:nvPr>
            <p:ph type="title"/>
          </p:nvPr>
        </p:nvSpPr>
        <p:spPr>
          <a:xfrm rot="-5400000">
            <a:off x="-1836350" y="2303475"/>
            <a:ext cx="47904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key metrics v2">
  <p:cSld name="CUSTOM_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/>
          <p:nvPr/>
        </p:nvSpPr>
        <p:spPr>
          <a:xfrm>
            <a:off x="8850" y="1031850"/>
            <a:ext cx="9144000" cy="30798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subTitle" idx="1"/>
          </p:nvPr>
        </p:nvSpPr>
        <p:spPr>
          <a:xfrm>
            <a:off x="428400" y="1687350"/>
            <a:ext cx="2052000" cy="5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body" idx="2"/>
          </p:nvPr>
        </p:nvSpPr>
        <p:spPr>
          <a:xfrm>
            <a:off x="428400" y="2281350"/>
            <a:ext cx="2052000" cy="11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subTitle" idx="3"/>
          </p:nvPr>
        </p:nvSpPr>
        <p:spPr>
          <a:xfrm>
            <a:off x="2602800" y="1687350"/>
            <a:ext cx="2052000" cy="5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body" idx="4"/>
          </p:nvPr>
        </p:nvSpPr>
        <p:spPr>
          <a:xfrm>
            <a:off x="2602800" y="2281350"/>
            <a:ext cx="2052000" cy="11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5"/>
          </p:nvPr>
        </p:nvSpPr>
        <p:spPr>
          <a:xfrm>
            <a:off x="4780800" y="1687350"/>
            <a:ext cx="2052000" cy="5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body" idx="6"/>
          </p:nvPr>
        </p:nvSpPr>
        <p:spPr>
          <a:xfrm>
            <a:off x="4780800" y="2281350"/>
            <a:ext cx="2052000" cy="11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subTitle" idx="7"/>
          </p:nvPr>
        </p:nvSpPr>
        <p:spPr>
          <a:xfrm>
            <a:off x="6955200" y="1687350"/>
            <a:ext cx="2052000" cy="5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23" name="Google Shape;223;p29"/>
          <p:cNvSpPr txBox="1">
            <a:spLocks noGrp="1"/>
          </p:cNvSpPr>
          <p:nvPr>
            <p:ph type="body" idx="8"/>
          </p:nvPr>
        </p:nvSpPr>
        <p:spPr>
          <a:xfrm>
            <a:off x="6955200" y="2281350"/>
            <a:ext cx="2052000" cy="11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4" name="Google Shape;224;p29"/>
          <p:cNvSpPr txBox="1">
            <a:spLocks noGrp="1"/>
          </p:cNvSpPr>
          <p:nvPr>
            <p:ph type="title"/>
          </p:nvPr>
        </p:nvSpPr>
        <p:spPr>
          <a:xfrm>
            <a:off x="588150" y="253075"/>
            <a:ext cx="79677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25" name="Google Shape;225;p29"/>
          <p:cNvGrpSpPr/>
          <p:nvPr/>
        </p:nvGrpSpPr>
        <p:grpSpPr>
          <a:xfrm>
            <a:off x="-400390" y="3775067"/>
            <a:ext cx="3079866" cy="3079866"/>
            <a:chOff x="-1225650" y="-310172"/>
            <a:chExt cx="2751600" cy="2751600"/>
          </a:xfrm>
        </p:grpSpPr>
        <p:sp>
          <p:nvSpPr>
            <p:cNvPr id="226" name="Google Shape;226;p29"/>
            <p:cNvSpPr/>
            <p:nvPr/>
          </p:nvSpPr>
          <p:spPr>
            <a:xfrm rot="6785071">
              <a:off x="-898465" y="17013"/>
              <a:ext cx="2097231" cy="209723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9"/>
            <p:cNvSpPr/>
            <p:nvPr/>
          </p:nvSpPr>
          <p:spPr>
            <a:xfrm rot="6784296">
              <a:off x="-710931" y="203630"/>
              <a:ext cx="1723992" cy="1723992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9"/>
            <p:cNvSpPr/>
            <p:nvPr/>
          </p:nvSpPr>
          <p:spPr>
            <a:xfrm rot="6785852">
              <a:off x="-497608" y="417790"/>
              <a:ext cx="1295445" cy="1295445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" name="Google Shape;229;p29"/>
          <p:cNvGrpSpPr/>
          <p:nvPr/>
        </p:nvGrpSpPr>
        <p:grpSpPr>
          <a:xfrm>
            <a:off x="7176662" y="-1054791"/>
            <a:ext cx="1976199" cy="1976199"/>
            <a:chOff x="-1225650" y="-310172"/>
            <a:chExt cx="2751600" cy="2751600"/>
          </a:xfrm>
        </p:grpSpPr>
        <p:sp>
          <p:nvSpPr>
            <p:cNvPr id="230" name="Google Shape;230;p29"/>
            <p:cNvSpPr/>
            <p:nvPr/>
          </p:nvSpPr>
          <p:spPr>
            <a:xfrm rot="6785071">
              <a:off x="-898465" y="17013"/>
              <a:ext cx="2097231" cy="209723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9"/>
            <p:cNvSpPr/>
            <p:nvPr/>
          </p:nvSpPr>
          <p:spPr>
            <a:xfrm rot="6784296">
              <a:off x="-710931" y="203630"/>
              <a:ext cx="1723992" cy="1723992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9"/>
            <p:cNvSpPr/>
            <p:nvPr/>
          </p:nvSpPr>
          <p:spPr>
            <a:xfrm rot="6785852">
              <a:off x="-497608" y="417790"/>
              <a:ext cx="1295445" cy="1295445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key metrics v3">
  <p:cSld name="CUSTOM_4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13500032" scaled="0"/>
        </a:gra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/>
          <p:nvPr/>
        </p:nvSpPr>
        <p:spPr>
          <a:xfrm>
            <a:off x="588150" y="1658425"/>
            <a:ext cx="592200" cy="592200"/>
          </a:xfrm>
          <a:prstGeom prst="roundRect">
            <a:avLst>
              <a:gd name="adj" fmla="val 16667"/>
            </a:avLst>
          </a:prstGeom>
          <a:solidFill>
            <a:srgbClr val="CFE2F3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235" name="Google Shape;235;p30"/>
          <p:cNvSpPr txBox="1">
            <a:spLocks noGrp="1"/>
          </p:cNvSpPr>
          <p:nvPr>
            <p:ph type="subTitle" idx="1"/>
          </p:nvPr>
        </p:nvSpPr>
        <p:spPr>
          <a:xfrm>
            <a:off x="1334350" y="1252800"/>
            <a:ext cx="23688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body" idx="2"/>
          </p:nvPr>
        </p:nvSpPr>
        <p:spPr>
          <a:xfrm>
            <a:off x="1334350" y="1778400"/>
            <a:ext cx="23688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subTitle" idx="3"/>
          </p:nvPr>
        </p:nvSpPr>
        <p:spPr>
          <a:xfrm>
            <a:off x="1334350" y="3175200"/>
            <a:ext cx="23688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4"/>
          </p:nvPr>
        </p:nvSpPr>
        <p:spPr>
          <a:xfrm>
            <a:off x="1334350" y="3700800"/>
            <a:ext cx="23688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subTitle" idx="5"/>
          </p:nvPr>
        </p:nvSpPr>
        <p:spPr>
          <a:xfrm>
            <a:off x="5135950" y="1252800"/>
            <a:ext cx="23688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body" idx="6"/>
          </p:nvPr>
        </p:nvSpPr>
        <p:spPr>
          <a:xfrm>
            <a:off x="5135950" y="1778400"/>
            <a:ext cx="23688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subTitle" idx="7"/>
          </p:nvPr>
        </p:nvSpPr>
        <p:spPr>
          <a:xfrm>
            <a:off x="5135950" y="3175200"/>
            <a:ext cx="23688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42" name="Google Shape;242;p30"/>
          <p:cNvSpPr txBox="1">
            <a:spLocks noGrp="1"/>
          </p:cNvSpPr>
          <p:nvPr>
            <p:ph type="body" idx="8"/>
          </p:nvPr>
        </p:nvSpPr>
        <p:spPr>
          <a:xfrm>
            <a:off x="5135950" y="3700800"/>
            <a:ext cx="23688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3" name="Google Shape;243;p30"/>
          <p:cNvSpPr txBox="1">
            <a:spLocks noGrp="1"/>
          </p:cNvSpPr>
          <p:nvPr>
            <p:ph type="title"/>
          </p:nvPr>
        </p:nvSpPr>
        <p:spPr>
          <a:xfrm>
            <a:off x="588150" y="377325"/>
            <a:ext cx="69165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4" name="Google Shape;244;p30"/>
          <p:cNvSpPr txBox="1"/>
          <p:nvPr/>
        </p:nvSpPr>
        <p:spPr>
          <a:xfrm>
            <a:off x="660138" y="1730413"/>
            <a:ext cx="4482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01</a:t>
            </a:r>
            <a:endParaRPr>
              <a:solidFill>
                <a:schemeClr val="lt1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45" name="Google Shape;245;p30"/>
          <p:cNvSpPr/>
          <p:nvPr/>
        </p:nvSpPr>
        <p:spPr>
          <a:xfrm>
            <a:off x="4390475" y="1658425"/>
            <a:ext cx="592200" cy="592200"/>
          </a:xfrm>
          <a:prstGeom prst="roundRect">
            <a:avLst>
              <a:gd name="adj" fmla="val 16667"/>
            </a:avLst>
          </a:prstGeom>
          <a:solidFill>
            <a:srgbClr val="CFE2F3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246" name="Google Shape;246;p30"/>
          <p:cNvSpPr txBox="1"/>
          <p:nvPr/>
        </p:nvSpPr>
        <p:spPr>
          <a:xfrm>
            <a:off x="4462463" y="1730413"/>
            <a:ext cx="4482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02</a:t>
            </a:r>
            <a:endParaRPr>
              <a:solidFill>
                <a:schemeClr val="lt1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47" name="Google Shape;247;p30"/>
          <p:cNvSpPr/>
          <p:nvPr/>
        </p:nvSpPr>
        <p:spPr>
          <a:xfrm>
            <a:off x="588150" y="3579125"/>
            <a:ext cx="592200" cy="592200"/>
          </a:xfrm>
          <a:prstGeom prst="roundRect">
            <a:avLst>
              <a:gd name="adj" fmla="val 16667"/>
            </a:avLst>
          </a:prstGeom>
          <a:solidFill>
            <a:srgbClr val="CFE2F3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248" name="Google Shape;248;p30"/>
          <p:cNvSpPr txBox="1"/>
          <p:nvPr/>
        </p:nvSpPr>
        <p:spPr>
          <a:xfrm>
            <a:off x="660138" y="3651113"/>
            <a:ext cx="4482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03</a:t>
            </a:r>
            <a:endParaRPr>
              <a:solidFill>
                <a:schemeClr val="lt1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49" name="Google Shape;249;p30"/>
          <p:cNvSpPr/>
          <p:nvPr/>
        </p:nvSpPr>
        <p:spPr>
          <a:xfrm>
            <a:off x="4390475" y="3579125"/>
            <a:ext cx="592200" cy="592200"/>
          </a:xfrm>
          <a:prstGeom prst="roundRect">
            <a:avLst>
              <a:gd name="adj" fmla="val 16667"/>
            </a:avLst>
          </a:prstGeom>
          <a:solidFill>
            <a:srgbClr val="CFE2F3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250" name="Google Shape;250;p30"/>
          <p:cNvSpPr txBox="1"/>
          <p:nvPr/>
        </p:nvSpPr>
        <p:spPr>
          <a:xfrm>
            <a:off x="4462463" y="3651113"/>
            <a:ext cx="4482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04</a:t>
            </a:r>
            <a:endParaRPr>
              <a:solidFill>
                <a:schemeClr val="lt1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grpSp>
        <p:nvGrpSpPr>
          <p:cNvPr id="251" name="Google Shape;251;p30"/>
          <p:cNvGrpSpPr/>
          <p:nvPr/>
        </p:nvGrpSpPr>
        <p:grpSpPr>
          <a:xfrm>
            <a:off x="6957599" y="-309739"/>
            <a:ext cx="5763000" cy="5763000"/>
            <a:chOff x="6957599" y="-309739"/>
            <a:chExt cx="5763000" cy="5763000"/>
          </a:xfrm>
        </p:grpSpPr>
        <p:sp>
          <p:nvSpPr>
            <p:cNvPr id="252" name="Google Shape;252;p30"/>
            <p:cNvSpPr/>
            <p:nvPr/>
          </p:nvSpPr>
          <p:spPr>
            <a:xfrm rot="6784825">
              <a:off x="7642797" y="375459"/>
              <a:ext cx="4392603" cy="4392603"/>
            </a:xfrm>
            <a:prstGeom prst="ellipse">
              <a:avLst/>
            </a:prstGeom>
            <a:gradFill>
              <a:gsLst>
                <a:gs pos="0">
                  <a:srgbClr val="0064B2">
                    <a:alpha val="5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0"/>
            <p:cNvSpPr/>
            <p:nvPr/>
          </p:nvSpPr>
          <p:spPr>
            <a:xfrm rot="6784415">
              <a:off x="8035587" y="766066"/>
              <a:ext cx="3610752" cy="3610752"/>
            </a:xfrm>
            <a:prstGeom prst="ellipse">
              <a:avLst/>
            </a:prstGeom>
            <a:gradFill>
              <a:gsLst>
                <a:gs pos="0">
                  <a:srgbClr val="0064B2">
                    <a:alpha val="5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0"/>
            <p:cNvSpPr/>
            <p:nvPr/>
          </p:nvSpPr>
          <p:spPr>
            <a:xfrm rot="6786025">
              <a:off x="8482654" y="1214673"/>
              <a:ext cx="2712926" cy="2712926"/>
            </a:xfrm>
            <a:prstGeom prst="ellipse">
              <a:avLst/>
            </a:prstGeom>
            <a:gradFill>
              <a:gsLst>
                <a:gs pos="0">
                  <a:srgbClr val="0064B2">
                    <a:alpha val="5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key metrics">
  <p:cSld name="CUSTOM_5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31"/>
          <p:cNvGrpSpPr/>
          <p:nvPr/>
        </p:nvGrpSpPr>
        <p:grpSpPr>
          <a:xfrm rot="-5400000">
            <a:off x="324232" y="-2074166"/>
            <a:ext cx="8499142" cy="8499968"/>
            <a:chOff x="-1225650" y="-310172"/>
            <a:chExt cx="2751600" cy="2751600"/>
          </a:xfrm>
        </p:grpSpPr>
        <p:sp>
          <p:nvSpPr>
            <p:cNvPr id="257" name="Google Shape;257;p31"/>
            <p:cNvSpPr/>
            <p:nvPr/>
          </p:nvSpPr>
          <p:spPr>
            <a:xfrm rot="6785071">
              <a:off x="-898465" y="17013"/>
              <a:ext cx="2097231" cy="209723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1"/>
            <p:cNvSpPr/>
            <p:nvPr/>
          </p:nvSpPr>
          <p:spPr>
            <a:xfrm rot="6784296">
              <a:off x="-710931" y="203630"/>
              <a:ext cx="1723992" cy="1723992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1"/>
            <p:cNvSpPr/>
            <p:nvPr/>
          </p:nvSpPr>
          <p:spPr>
            <a:xfrm rot="6785852">
              <a:off x="-497608" y="417790"/>
              <a:ext cx="1295445" cy="1295445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" name="Google Shape;260;p31"/>
          <p:cNvSpPr/>
          <p:nvPr/>
        </p:nvSpPr>
        <p:spPr>
          <a:xfrm>
            <a:off x="803439" y="2033925"/>
            <a:ext cx="8305800" cy="310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261" name="Google Shape;261;p31"/>
          <p:cNvSpPr/>
          <p:nvPr/>
        </p:nvSpPr>
        <p:spPr>
          <a:xfrm>
            <a:off x="353100" y="2033925"/>
            <a:ext cx="8437800" cy="2750700"/>
          </a:xfrm>
          <a:prstGeom prst="roundRect">
            <a:avLst>
              <a:gd name="adj" fmla="val 4845"/>
            </a:avLst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1"/>
          <p:cNvSpPr txBox="1">
            <a:spLocks noGrp="1"/>
          </p:cNvSpPr>
          <p:nvPr>
            <p:ph type="title"/>
          </p:nvPr>
        </p:nvSpPr>
        <p:spPr>
          <a:xfrm>
            <a:off x="588150" y="915700"/>
            <a:ext cx="79677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1"/>
          <p:cNvSpPr/>
          <p:nvPr/>
        </p:nvSpPr>
        <p:spPr>
          <a:xfrm rot="10800000">
            <a:off x="3490225" y="3112125"/>
            <a:ext cx="30300" cy="813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1"/>
          <p:cNvSpPr/>
          <p:nvPr/>
        </p:nvSpPr>
        <p:spPr>
          <a:xfrm rot="10800000">
            <a:off x="5623463" y="3112125"/>
            <a:ext cx="30300" cy="813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1"/>
          <p:cNvSpPr txBox="1">
            <a:spLocks noGrp="1"/>
          </p:cNvSpPr>
          <p:nvPr>
            <p:ph type="subTitle" idx="1"/>
          </p:nvPr>
        </p:nvSpPr>
        <p:spPr>
          <a:xfrm>
            <a:off x="1562400" y="2433225"/>
            <a:ext cx="1753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66" name="Google Shape;266;p31"/>
          <p:cNvSpPr txBox="1">
            <a:spLocks noGrp="1"/>
          </p:cNvSpPr>
          <p:nvPr>
            <p:ph type="body" idx="2"/>
          </p:nvPr>
        </p:nvSpPr>
        <p:spPr>
          <a:xfrm>
            <a:off x="1562400" y="3135225"/>
            <a:ext cx="1753200" cy="11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7" name="Google Shape;267;p31"/>
          <p:cNvSpPr txBox="1">
            <a:spLocks noGrp="1"/>
          </p:cNvSpPr>
          <p:nvPr>
            <p:ph type="subTitle" idx="3"/>
          </p:nvPr>
        </p:nvSpPr>
        <p:spPr>
          <a:xfrm>
            <a:off x="3697200" y="2433225"/>
            <a:ext cx="1753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68" name="Google Shape;268;p31"/>
          <p:cNvSpPr txBox="1">
            <a:spLocks noGrp="1"/>
          </p:cNvSpPr>
          <p:nvPr>
            <p:ph type="body" idx="4"/>
          </p:nvPr>
        </p:nvSpPr>
        <p:spPr>
          <a:xfrm>
            <a:off x="3697200" y="3135225"/>
            <a:ext cx="1753200" cy="11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9" name="Google Shape;269;p31"/>
          <p:cNvSpPr txBox="1">
            <a:spLocks noGrp="1"/>
          </p:cNvSpPr>
          <p:nvPr>
            <p:ph type="subTitle" idx="5"/>
          </p:nvPr>
        </p:nvSpPr>
        <p:spPr>
          <a:xfrm>
            <a:off x="5828400" y="2433225"/>
            <a:ext cx="1753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body" idx="6"/>
          </p:nvPr>
        </p:nvSpPr>
        <p:spPr>
          <a:xfrm>
            <a:off x="5828400" y="3135225"/>
            <a:ext cx="1753200" cy="11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key metrics v2">
  <p:cSld name="CUSTOM_6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/>
          <p:nvPr/>
        </p:nvSpPr>
        <p:spPr>
          <a:xfrm>
            <a:off x="3847250" y="368125"/>
            <a:ext cx="4888800" cy="14691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2"/>
          <p:cNvSpPr/>
          <p:nvPr/>
        </p:nvSpPr>
        <p:spPr>
          <a:xfrm>
            <a:off x="3847250" y="1837200"/>
            <a:ext cx="4888800" cy="14691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32"/>
          <p:cNvSpPr/>
          <p:nvPr/>
        </p:nvSpPr>
        <p:spPr>
          <a:xfrm>
            <a:off x="3847250" y="3306275"/>
            <a:ext cx="4888800" cy="14691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32"/>
          <p:cNvSpPr txBox="1">
            <a:spLocks noGrp="1"/>
          </p:cNvSpPr>
          <p:nvPr>
            <p:ph type="title"/>
          </p:nvPr>
        </p:nvSpPr>
        <p:spPr>
          <a:xfrm>
            <a:off x="619200" y="424800"/>
            <a:ext cx="23436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32"/>
          <p:cNvSpPr txBox="1">
            <a:spLocks noGrp="1"/>
          </p:cNvSpPr>
          <p:nvPr>
            <p:ph type="subTitle" idx="1"/>
          </p:nvPr>
        </p:nvSpPr>
        <p:spPr>
          <a:xfrm>
            <a:off x="3948300" y="471600"/>
            <a:ext cx="4687200" cy="5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77" name="Google Shape;277;p32"/>
          <p:cNvSpPr txBox="1">
            <a:spLocks noGrp="1"/>
          </p:cNvSpPr>
          <p:nvPr>
            <p:ph type="body" idx="2"/>
          </p:nvPr>
        </p:nvSpPr>
        <p:spPr>
          <a:xfrm>
            <a:off x="3948300" y="1008000"/>
            <a:ext cx="4687200" cy="7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8" name="Google Shape;278;p32"/>
          <p:cNvSpPr txBox="1">
            <a:spLocks noGrp="1"/>
          </p:cNvSpPr>
          <p:nvPr>
            <p:ph type="subTitle" idx="3"/>
          </p:nvPr>
        </p:nvSpPr>
        <p:spPr>
          <a:xfrm>
            <a:off x="3948300" y="1940400"/>
            <a:ext cx="4687200" cy="5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79" name="Google Shape;279;p32"/>
          <p:cNvSpPr txBox="1">
            <a:spLocks noGrp="1"/>
          </p:cNvSpPr>
          <p:nvPr>
            <p:ph type="body" idx="4"/>
          </p:nvPr>
        </p:nvSpPr>
        <p:spPr>
          <a:xfrm>
            <a:off x="3948300" y="2476800"/>
            <a:ext cx="4687200" cy="7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32"/>
          <p:cNvSpPr txBox="1">
            <a:spLocks noGrp="1"/>
          </p:cNvSpPr>
          <p:nvPr>
            <p:ph type="subTitle" idx="5"/>
          </p:nvPr>
        </p:nvSpPr>
        <p:spPr>
          <a:xfrm>
            <a:off x="3948300" y="3409200"/>
            <a:ext cx="4687200" cy="5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81" name="Google Shape;281;p32"/>
          <p:cNvSpPr txBox="1">
            <a:spLocks noGrp="1"/>
          </p:cNvSpPr>
          <p:nvPr>
            <p:ph type="body" idx="6"/>
          </p:nvPr>
        </p:nvSpPr>
        <p:spPr>
          <a:xfrm>
            <a:off x="3948300" y="3945600"/>
            <a:ext cx="4687200" cy="7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82" name="Google Shape;282;p32"/>
          <p:cNvGrpSpPr/>
          <p:nvPr/>
        </p:nvGrpSpPr>
        <p:grpSpPr>
          <a:xfrm rot="-5400000">
            <a:off x="-1914128" y="1310218"/>
            <a:ext cx="4016235" cy="4016235"/>
            <a:chOff x="-1225650" y="-310172"/>
            <a:chExt cx="2751600" cy="2751600"/>
          </a:xfrm>
        </p:grpSpPr>
        <p:sp>
          <p:nvSpPr>
            <p:cNvPr id="283" name="Google Shape;283;p32"/>
            <p:cNvSpPr/>
            <p:nvPr/>
          </p:nvSpPr>
          <p:spPr>
            <a:xfrm rot="6785071">
              <a:off x="-898465" y="17013"/>
              <a:ext cx="2097231" cy="209723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2"/>
            <p:cNvSpPr/>
            <p:nvPr/>
          </p:nvSpPr>
          <p:spPr>
            <a:xfrm rot="6784296">
              <a:off x="-710931" y="203630"/>
              <a:ext cx="1723992" cy="1723992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2"/>
            <p:cNvSpPr/>
            <p:nvPr/>
          </p:nvSpPr>
          <p:spPr>
            <a:xfrm rot="6785852">
              <a:off x="-497608" y="417790"/>
              <a:ext cx="1295445" cy="1295445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items on timeline">
  <p:cSld name="CUSTOM_7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/>
          <p:nvPr/>
        </p:nvSpPr>
        <p:spPr>
          <a:xfrm rot="-1174164">
            <a:off x="-3142096" y="1394182"/>
            <a:ext cx="6478310" cy="6478109"/>
          </a:xfrm>
          <a:prstGeom prst="ellipse">
            <a:avLst/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3"/>
          <p:cNvSpPr/>
          <p:nvPr/>
        </p:nvSpPr>
        <p:spPr>
          <a:xfrm rot="-2418033">
            <a:off x="2915913" y="-4486721"/>
            <a:ext cx="6478229" cy="6478264"/>
          </a:xfrm>
          <a:prstGeom prst="ellipse">
            <a:avLst/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3"/>
          <p:cNvSpPr/>
          <p:nvPr/>
        </p:nvSpPr>
        <p:spPr>
          <a:xfrm rot="-5400000">
            <a:off x="7205708" y="79025"/>
            <a:ext cx="134700" cy="2759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3"/>
          <p:cNvSpPr/>
          <p:nvPr/>
        </p:nvSpPr>
        <p:spPr>
          <a:xfrm rot="-5400000">
            <a:off x="4451334" y="83850"/>
            <a:ext cx="134700" cy="2749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33"/>
          <p:cNvSpPr/>
          <p:nvPr/>
        </p:nvSpPr>
        <p:spPr>
          <a:xfrm rot="-5400000">
            <a:off x="1698575" y="59671"/>
            <a:ext cx="134700" cy="279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3"/>
          <p:cNvSpPr txBox="1">
            <a:spLocks noGrp="1"/>
          </p:cNvSpPr>
          <p:nvPr>
            <p:ph type="subTitle" idx="1"/>
          </p:nvPr>
        </p:nvSpPr>
        <p:spPr>
          <a:xfrm>
            <a:off x="423675" y="1663200"/>
            <a:ext cx="2584800" cy="626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93" name="Google Shape;293;p33"/>
          <p:cNvSpPr txBox="1">
            <a:spLocks noGrp="1"/>
          </p:cNvSpPr>
          <p:nvPr>
            <p:ph type="body" idx="2"/>
          </p:nvPr>
        </p:nvSpPr>
        <p:spPr>
          <a:xfrm>
            <a:off x="423675" y="2379600"/>
            <a:ext cx="2584800" cy="242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94" name="Google Shape;294;p33"/>
          <p:cNvSpPr txBox="1">
            <a:spLocks noGrp="1"/>
          </p:cNvSpPr>
          <p:nvPr>
            <p:ph type="subTitle" idx="3"/>
          </p:nvPr>
        </p:nvSpPr>
        <p:spPr>
          <a:xfrm>
            <a:off x="3231675" y="1663200"/>
            <a:ext cx="2584800" cy="626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95" name="Google Shape;295;p33"/>
          <p:cNvSpPr txBox="1">
            <a:spLocks noGrp="1"/>
          </p:cNvSpPr>
          <p:nvPr>
            <p:ph type="body" idx="4"/>
          </p:nvPr>
        </p:nvSpPr>
        <p:spPr>
          <a:xfrm>
            <a:off x="3231675" y="2379600"/>
            <a:ext cx="2584800" cy="242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96" name="Google Shape;296;p33"/>
          <p:cNvSpPr txBox="1">
            <a:spLocks noGrp="1"/>
          </p:cNvSpPr>
          <p:nvPr>
            <p:ph type="subTitle" idx="5"/>
          </p:nvPr>
        </p:nvSpPr>
        <p:spPr>
          <a:xfrm>
            <a:off x="6028875" y="1663200"/>
            <a:ext cx="2584800" cy="626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97" name="Google Shape;297;p33"/>
          <p:cNvSpPr txBox="1">
            <a:spLocks noGrp="1"/>
          </p:cNvSpPr>
          <p:nvPr>
            <p:ph type="body" idx="6"/>
          </p:nvPr>
        </p:nvSpPr>
        <p:spPr>
          <a:xfrm>
            <a:off x="6028875" y="2379600"/>
            <a:ext cx="2584800" cy="242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98" name="Google Shape;298;p33"/>
          <p:cNvSpPr txBox="1">
            <a:spLocks noGrp="1"/>
          </p:cNvSpPr>
          <p:nvPr>
            <p:ph type="title"/>
          </p:nvPr>
        </p:nvSpPr>
        <p:spPr>
          <a:xfrm>
            <a:off x="273600" y="367200"/>
            <a:ext cx="85176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items on timeline v2">
  <p:cSld name="CUSTOM_8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4"/>
          <p:cNvSpPr/>
          <p:nvPr/>
        </p:nvSpPr>
        <p:spPr>
          <a:xfrm>
            <a:off x="0" y="0"/>
            <a:ext cx="3485400" cy="51435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4"/>
          <p:cNvSpPr txBox="1">
            <a:spLocks noGrp="1"/>
          </p:cNvSpPr>
          <p:nvPr>
            <p:ph type="title"/>
          </p:nvPr>
        </p:nvSpPr>
        <p:spPr>
          <a:xfrm>
            <a:off x="478800" y="313200"/>
            <a:ext cx="265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34"/>
          <p:cNvSpPr txBox="1">
            <a:spLocks noGrp="1"/>
          </p:cNvSpPr>
          <p:nvPr>
            <p:ph type="subTitle" idx="1"/>
          </p:nvPr>
        </p:nvSpPr>
        <p:spPr>
          <a:xfrm>
            <a:off x="3823200" y="374400"/>
            <a:ext cx="4971600" cy="45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03" name="Google Shape;303;p34"/>
          <p:cNvSpPr txBox="1">
            <a:spLocks noGrp="1"/>
          </p:cNvSpPr>
          <p:nvPr>
            <p:ph type="body" idx="2"/>
          </p:nvPr>
        </p:nvSpPr>
        <p:spPr>
          <a:xfrm>
            <a:off x="3823200" y="912900"/>
            <a:ext cx="4971600" cy="85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4" name="Google Shape;304;p34"/>
          <p:cNvSpPr txBox="1">
            <a:spLocks noGrp="1"/>
          </p:cNvSpPr>
          <p:nvPr>
            <p:ph type="subTitle" idx="3"/>
          </p:nvPr>
        </p:nvSpPr>
        <p:spPr>
          <a:xfrm>
            <a:off x="3823200" y="1875600"/>
            <a:ext cx="4971600" cy="45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05" name="Google Shape;305;p34"/>
          <p:cNvSpPr txBox="1">
            <a:spLocks noGrp="1"/>
          </p:cNvSpPr>
          <p:nvPr>
            <p:ph type="body" idx="4"/>
          </p:nvPr>
        </p:nvSpPr>
        <p:spPr>
          <a:xfrm>
            <a:off x="3823200" y="2414100"/>
            <a:ext cx="4971600" cy="85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6" name="Google Shape;306;p34"/>
          <p:cNvSpPr txBox="1">
            <a:spLocks noGrp="1"/>
          </p:cNvSpPr>
          <p:nvPr>
            <p:ph type="subTitle" idx="5"/>
          </p:nvPr>
        </p:nvSpPr>
        <p:spPr>
          <a:xfrm>
            <a:off x="3823200" y="3373200"/>
            <a:ext cx="4971600" cy="45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07" name="Google Shape;307;p34"/>
          <p:cNvSpPr txBox="1">
            <a:spLocks noGrp="1"/>
          </p:cNvSpPr>
          <p:nvPr>
            <p:ph type="body" idx="6"/>
          </p:nvPr>
        </p:nvSpPr>
        <p:spPr>
          <a:xfrm>
            <a:off x="3823200" y="3911600"/>
            <a:ext cx="4971600" cy="85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8" name="Google Shape;308;p34"/>
          <p:cNvSpPr/>
          <p:nvPr/>
        </p:nvSpPr>
        <p:spPr>
          <a:xfrm>
            <a:off x="3404700" y="485100"/>
            <a:ext cx="149400" cy="1494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309" name="Google Shape;309;p34"/>
          <p:cNvSpPr/>
          <p:nvPr/>
        </p:nvSpPr>
        <p:spPr>
          <a:xfrm>
            <a:off x="3404700" y="1986300"/>
            <a:ext cx="149400" cy="1494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310" name="Google Shape;310;p34"/>
          <p:cNvSpPr/>
          <p:nvPr/>
        </p:nvSpPr>
        <p:spPr>
          <a:xfrm>
            <a:off x="3404700" y="3487500"/>
            <a:ext cx="149400" cy="1494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items on timeline 1">
  <p:cSld name="CUSTOM_9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"/>
          <p:cNvSpPr/>
          <p:nvPr/>
        </p:nvSpPr>
        <p:spPr>
          <a:xfrm>
            <a:off x="0" y="0"/>
            <a:ext cx="9144000" cy="1786500"/>
          </a:xfrm>
          <a:prstGeom prst="rect">
            <a:avLst/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3" name="Google Shape;313;p35"/>
          <p:cNvSpPr/>
          <p:nvPr/>
        </p:nvSpPr>
        <p:spPr>
          <a:xfrm rot="10800000" flipH="1">
            <a:off x="374300" y="1733075"/>
            <a:ext cx="212100" cy="20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"/>
          <p:cNvSpPr/>
          <p:nvPr/>
        </p:nvSpPr>
        <p:spPr>
          <a:xfrm rot="10800000" flipH="1">
            <a:off x="2538624" y="1733075"/>
            <a:ext cx="212100" cy="20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5"/>
          <p:cNvSpPr/>
          <p:nvPr/>
        </p:nvSpPr>
        <p:spPr>
          <a:xfrm rot="10800000" flipH="1">
            <a:off x="4702948" y="1733075"/>
            <a:ext cx="212100" cy="20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5"/>
          <p:cNvSpPr/>
          <p:nvPr/>
        </p:nvSpPr>
        <p:spPr>
          <a:xfrm rot="10800000" flipH="1">
            <a:off x="6867272" y="1733075"/>
            <a:ext cx="212100" cy="20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5"/>
          <p:cNvSpPr txBox="1">
            <a:spLocks noGrp="1"/>
          </p:cNvSpPr>
          <p:nvPr>
            <p:ph type="title"/>
          </p:nvPr>
        </p:nvSpPr>
        <p:spPr>
          <a:xfrm>
            <a:off x="367200" y="680400"/>
            <a:ext cx="84132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35"/>
          <p:cNvSpPr txBox="1">
            <a:spLocks noGrp="1"/>
          </p:cNvSpPr>
          <p:nvPr>
            <p:ph type="subTitle" idx="1"/>
          </p:nvPr>
        </p:nvSpPr>
        <p:spPr>
          <a:xfrm>
            <a:off x="374400" y="2145600"/>
            <a:ext cx="18864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19" name="Google Shape;319;p35"/>
          <p:cNvSpPr txBox="1">
            <a:spLocks noGrp="1"/>
          </p:cNvSpPr>
          <p:nvPr>
            <p:ph type="body" idx="2"/>
          </p:nvPr>
        </p:nvSpPr>
        <p:spPr>
          <a:xfrm>
            <a:off x="374400" y="2958350"/>
            <a:ext cx="18864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20" name="Google Shape;320;p35"/>
          <p:cNvSpPr txBox="1">
            <a:spLocks noGrp="1"/>
          </p:cNvSpPr>
          <p:nvPr>
            <p:ph type="subTitle" idx="3"/>
          </p:nvPr>
        </p:nvSpPr>
        <p:spPr>
          <a:xfrm>
            <a:off x="2538000" y="2145600"/>
            <a:ext cx="18864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21" name="Google Shape;321;p35"/>
          <p:cNvSpPr txBox="1">
            <a:spLocks noGrp="1"/>
          </p:cNvSpPr>
          <p:nvPr>
            <p:ph type="body" idx="4"/>
          </p:nvPr>
        </p:nvSpPr>
        <p:spPr>
          <a:xfrm>
            <a:off x="2538000" y="2958350"/>
            <a:ext cx="18864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22" name="Google Shape;322;p35"/>
          <p:cNvSpPr txBox="1">
            <a:spLocks noGrp="1"/>
          </p:cNvSpPr>
          <p:nvPr>
            <p:ph type="subTitle" idx="5"/>
          </p:nvPr>
        </p:nvSpPr>
        <p:spPr>
          <a:xfrm>
            <a:off x="4701600" y="2145600"/>
            <a:ext cx="18864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23" name="Google Shape;323;p35"/>
          <p:cNvSpPr txBox="1">
            <a:spLocks noGrp="1"/>
          </p:cNvSpPr>
          <p:nvPr>
            <p:ph type="body" idx="6"/>
          </p:nvPr>
        </p:nvSpPr>
        <p:spPr>
          <a:xfrm>
            <a:off x="4701600" y="2958350"/>
            <a:ext cx="18864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24" name="Google Shape;324;p35"/>
          <p:cNvSpPr txBox="1">
            <a:spLocks noGrp="1"/>
          </p:cNvSpPr>
          <p:nvPr>
            <p:ph type="subTitle" idx="7"/>
          </p:nvPr>
        </p:nvSpPr>
        <p:spPr>
          <a:xfrm>
            <a:off x="6865200" y="2145600"/>
            <a:ext cx="18864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25" name="Google Shape;325;p35"/>
          <p:cNvSpPr txBox="1">
            <a:spLocks noGrp="1"/>
          </p:cNvSpPr>
          <p:nvPr>
            <p:ph type="body" idx="8"/>
          </p:nvPr>
        </p:nvSpPr>
        <p:spPr>
          <a:xfrm>
            <a:off x="6865200" y="2958350"/>
            <a:ext cx="18864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grpSp>
        <p:nvGrpSpPr>
          <p:cNvPr id="326" name="Google Shape;326;p35"/>
          <p:cNvGrpSpPr/>
          <p:nvPr/>
        </p:nvGrpSpPr>
        <p:grpSpPr>
          <a:xfrm>
            <a:off x="232234" y="1582597"/>
            <a:ext cx="496218" cy="496218"/>
            <a:chOff x="1764454" y="213300"/>
            <a:chExt cx="4716900" cy="4716900"/>
          </a:xfrm>
        </p:grpSpPr>
        <p:sp>
          <p:nvSpPr>
            <p:cNvPr id="327" name="Google Shape;327;p35"/>
            <p:cNvSpPr/>
            <p:nvPr/>
          </p:nvSpPr>
          <p:spPr>
            <a:xfrm rot="1385173">
              <a:off x="2325348" y="774195"/>
              <a:ext cx="3595111" cy="35951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8" name="Google Shape;328;p35"/>
            <p:cNvGrpSpPr/>
            <p:nvPr/>
          </p:nvGrpSpPr>
          <p:grpSpPr>
            <a:xfrm rot="-5400000">
              <a:off x="2114797" y="563630"/>
              <a:ext cx="4016235" cy="4016235"/>
              <a:chOff x="-1225650" y="-310172"/>
              <a:chExt cx="2751600" cy="2751600"/>
            </a:xfrm>
          </p:grpSpPr>
          <p:sp>
            <p:nvSpPr>
              <p:cNvPr id="329" name="Google Shape;329;p35"/>
              <p:cNvSpPr/>
              <p:nvPr/>
            </p:nvSpPr>
            <p:spPr>
              <a:xfrm rot="6785071">
                <a:off x="-898465" y="17013"/>
                <a:ext cx="2097231" cy="2097231"/>
              </a:xfrm>
              <a:prstGeom prst="ellipse">
                <a:avLst/>
              </a:prstGeom>
              <a:gradFill>
                <a:gsLst>
                  <a:gs pos="0">
                    <a:srgbClr val="0064B2">
                      <a:alpha val="10196"/>
                    </a:srgbClr>
                  </a:gs>
                  <a:gs pos="100000">
                    <a:srgbClr val="0064B2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5"/>
              <p:cNvSpPr/>
              <p:nvPr/>
            </p:nvSpPr>
            <p:spPr>
              <a:xfrm rot="6784296">
                <a:off x="-710931" y="203630"/>
                <a:ext cx="1723992" cy="1723992"/>
              </a:xfrm>
              <a:prstGeom prst="ellipse">
                <a:avLst/>
              </a:prstGeom>
              <a:gradFill>
                <a:gsLst>
                  <a:gs pos="0">
                    <a:srgbClr val="0064B2">
                      <a:alpha val="10196"/>
                    </a:srgbClr>
                  </a:gs>
                  <a:gs pos="100000">
                    <a:srgbClr val="0064B2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5"/>
              <p:cNvSpPr/>
              <p:nvPr/>
            </p:nvSpPr>
            <p:spPr>
              <a:xfrm rot="6785852">
                <a:off x="-497608" y="417790"/>
                <a:ext cx="1295445" cy="1295445"/>
              </a:xfrm>
              <a:prstGeom prst="ellipse">
                <a:avLst/>
              </a:prstGeom>
              <a:gradFill>
                <a:gsLst>
                  <a:gs pos="0">
                    <a:srgbClr val="0064B2">
                      <a:alpha val="10196"/>
                    </a:srgbClr>
                  </a:gs>
                  <a:gs pos="100000">
                    <a:srgbClr val="0064B2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2" name="Google Shape;332;p35"/>
          <p:cNvGrpSpPr/>
          <p:nvPr/>
        </p:nvGrpSpPr>
        <p:grpSpPr>
          <a:xfrm>
            <a:off x="2396571" y="1582597"/>
            <a:ext cx="496218" cy="496218"/>
            <a:chOff x="1764454" y="213300"/>
            <a:chExt cx="4716900" cy="4716900"/>
          </a:xfrm>
        </p:grpSpPr>
        <p:sp>
          <p:nvSpPr>
            <p:cNvPr id="333" name="Google Shape;333;p35"/>
            <p:cNvSpPr/>
            <p:nvPr/>
          </p:nvSpPr>
          <p:spPr>
            <a:xfrm rot="1385173">
              <a:off x="2325348" y="774195"/>
              <a:ext cx="3595111" cy="35951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4" name="Google Shape;334;p35"/>
            <p:cNvGrpSpPr/>
            <p:nvPr/>
          </p:nvGrpSpPr>
          <p:grpSpPr>
            <a:xfrm rot="-5400000">
              <a:off x="2114797" y="563630"/>
              <a:ext cx="4016235" cy="4016235"/>
              <a:chOff x="-1225650" y="-310172"/>
              <a:chExt cx="2751600" cy="2751600"/>
            </a:xfrm>
          </p:grpSpPr>
          <p:sp>
            <p:nvSpPr>
              <p:cNvPr id="335" name="Google Shape;335;p35"/>
              <p:cNvSpPr/>
              <p:nvPr/>
            </p:nvSpPr>
            <p:spPr>
              <a:xfrm rot="6785071">
                <a:off x="-898465" y="17013"/>
                <a:ext cx="2097231" cy="2097231"/>
              </a:xfrm>
              <a:prstGeom prst="ellipse">
                <a:avLst/>
              </a:prstGeom>
              <a:gradFill>
                <a:gsLst>
                  <a:gs pos="0">
                    <a:srgbClr val="0064B2">
                      <a:alpha val="10196"/>
                    </a:srgbClr>
                  </a:gs>
                  <a:gs pos="100000">
                    <a:srgbClr val="0064B2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35"/>
              <p:cNvSpPr/>
              <p:nvPr/>
            </p:nvSpPr>
            <p:spPr>
              <a:xfrm rot="6784296">
                <a:off x="-710931" y="203630"/>
                <a:ext cx="1723992" cy="1723992"/>
              </a:xfrm>
              <a:prstGeom prst="ellipse">
                <a:avLst/>
              </a:prstGeom>
              <a:gradFill>
                <a:gsLst>
                  <a:gs pos="0">
                    <a:srgbClr val="0064B2">
                      <a:alpha val="10196"/>
                    </a:srgbClr>
                  </a:gs>
                  <a:gs pos="100000">
                    <a:srgbClr val="0064B2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35"/>
              <p:cNvSpPr/>
              <p:nvPr/>
            </p:nvSpPr>
            <p:spPr>
              <a:xfrm rot="6785852">
                <a:off x="-497608" y="417790"/>
                <a:ext cx="1295445" cy="1295445"/>
              </a:xfrm>
              <a:prstGeom prst="ellipse">
                <a:avLst/>
              </a:prstGeom>
              <a:gradFill>
                <a:gsLst>
                  <a:gs pos="0">
                    <a:srgbClr val="0064B2">
                      <a:alpha val="10196"/>
                    </a:srgbClr>
                  </a:gs>
                  <a:gs pos="100000">
                    <a:srgbClr val="0064B2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8" name="Google Shape;338;p35"/>
          <p:cNvGrpSpPr/>
          <p:nvPr/>
        </p:nvGrpSpPr>
        <p:grpSpPr>
          <a:xfrm>
            <a:off x="4560896" y="1582597"/>
            <a:ext cx="496218" cy="496218"/>
            <a:chOff x="1764454" y="213300"/>
            <a:chExt cx="4716900" cy="4716900"/>
          </a:xfrm>
        </p:grpSpPr>
        <p:sp>
          <p:nvSpPr>
            <p:cNvPr id="339" name="Google Shape;339;p35"/>
            <p:cNvSpPr/>
            <p:nvPr/>
          </p:nvSpPr>
          <p:spPr>
            <a:xfrm rot="1385173">
              <a:off x="2325348" y="774195"/>
              <a:ext cx="3595111" cy="35951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0" name="Google Shape;340;p35"/>
            <p:cNvGrpSpPr/>
            <p:nvPr/>
          </p:nvGrpSpPr>
          <p:grpSpPr>
            <a:xfrm rot="-5400000">
              <a:off x="2114797" y="563630"/>
              <a:ext cx="4016235" cy="4016235"/>
              <a:chOff x="-1225650" y="-310172"/>
              <a:chExt cx="2751600" cy="2751600"/>
            </a:xfrm>
          </p:grpSpPr>
          <p:sp>
            <p:nvSpPr>
              <p:cNvPr id="341" name="Google Shape;341;p35"/>
              <p:cNvSpPr/>
              <p:nvPr/>
            </p:nvSpPr>
            <p:spPr>
              <a:xfrm rot="6785071">
                <a:off x="-898465" y="17013"/>
                <a:ext cx="2097231" cy="2097231"/>
              </a:xfrm>
              <a:prstGeom prst="ellipse">
                <a:avLst/>
              </a:prstGeom>
              <a:gradFill>
                <a:gsLst>
                  <a:gs pos="0">
                    <a:srgbClr val="0064B2">
                      <a:alpha val="10196"/>
                    </a:srgbClr>
                  </a:gs>
                  <a:gs pos="100000">
                    <a:srgbClr val="0064B2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35"/>
              <p:cNvSpPr/>
              <p:nvPr/>
            </p:nvSpPr>
            <p:spPr>
              <a:xfrm rot="6784296">
                <a:off x="-710931" y="203630"/>
                <a:ext cx="1723992" cy="1723992"/>
              </a:xfrm>
              <a:prstGeom prst="ellipse">
                <a:avLst/>
              </a:prstGeom>
              <a:gradFill>
                <a:gsLst>
                  <a:gs pos="0">
                    <a:srgbClr val="0064B2">
                      <a:alpha val="10196"/>
                    </a:srgbClr>
                  </a:gs>
                  <a:gs pos="100000">
                    <a:srgbClr val="0064B2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35"/>
              <p:cNvSpPr/>
              <p:nvPr/>
            </p:nvSpPr>
            <p:spPr>
              <a:xfrm rot="6785852">
                <a:off x="-497608" y="417790"/>
                <a:ext cx="1295445" cy="1295445"/>
              </a:xfrm>
              <a:prstGeom prst="ellipse">
                <a:avLst/>
              </a:prstGeom>
              <a:gradFill>
                <a:gsLst>
                  <a:gs pos="0">
                    <a:srgbClr val="0064B2">
                      <a:alpha val="10196"/>
                    </a:srgbClr>
                  </a:gs>
                  <a:gs pos="100000">
                    <a:srgbClr val="0064B2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4" name="Google Shape;344;p35"/>
          <p:cNvGrpSpPr/>
          <p:nvPr/>
        </p:nvGrpSpPr>
        <p:grpSpPr>
          <a:xfrm>
            <a:off x="6725234" y="1582597"/>
            <a:ext cx="496218" cy="496218"/>
            <a:chOff x="1764454" y="213300"/>
            <a:chExt cx="4716900" cy="4716900"/>
          </a:xfrm>
        </p:grpSpPr>
        <p:sp>
          <p:nvSpPr>
            <p:cNvPr id="345" name="Google Shape;345;p35"/>
            <p:cNvSpPr/>
            <p:nvPr/>
          </p:nvSpPr>
          <p:spPr>
            <a:xfrm rot="1385173">
              <a:off x="2325348" y="774195"/>
              <a:ext cx="3595111" cy="35951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6" name="Google Shape;346;p35"/>
            <p:cNvGrpSpPr/>
            <p:nvPr/>
          </p:nvGrpSpPr>
          <p:grpSpPr>
            <a:xfrm rot="-5400000">
              <a:off x="2114797" y="563630"/>
              <a:ext cx="4016235" cy="4016235"/>
              <a:chOff x="-1225650" y="-310172"/>
              <a:chExt cx="2751600" cy="2751600"/>
            </a:xfrm>
          </p:grpSpPr>
          <p:sp>
            <p:nvSpPr>
              <p:cNvPr id="347" name="Google Shape;347;p35"/>
              <p:cNvSpPr/>
              <p:nvPr/>
            </p:nvSpPr>
            <p:spPr>
              <a:xfrm rot="6785071">
                <a:off x="-898465" y="17013"/>
                <a:ext cx="2097231" cy="2097231"/>
              </a:xfrm>
              <a:prstGeom prst="ellipse">
                <a:avLst/>
              </a:prstGeom>
              <a:gradFill>
                <a:gsLst>
                  <a:gs pos="0">
                    <a:srgbClr val="0064B2">
                      <a:alpha val="10196"/>
                    </a:srgbClr>
                  </a:gs>
                  <a:gs pos="100000">
                    <a:srgbClr val="0064B2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35"/>
              <p:cNvSpPr/>
              <p:nvPr/>
            </p:nvSpPr>
            <p:spPr>
              <a:xfrm rot="6784296">
                <a:off x="-710931" y="203630"/>
                <a:ext cx="1723992" cy="1723992"/>
              </a:xfrm>
              <a:prstGeom prst="ellipse">
                <a:avLst/>
              </a:prstGeom>
              <a:gradFill>
                <a:gsLst>
                  <a:gs pos="0">
                    <a:srgbClr val="0064B2">
                      <a:alpha val="10196"/>
                    </a:srgbClr>
                  </a:gs>
                  <a:gs pos="100000">
                    <a:srgbClr val="0064B2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35"/>
              <p:cNvSpPr/>
              <p:nvPr/>
            </p:nvSpPr>
            <p:spPr>
              <a:xfrm rot="6785852">
                <a:off x="-497608" y="417790"/>
                <a:ext cx="1295445" cy="1295445"/>
              </a:xfrm>
              <a:prstGeom prst="ellipse">
                <a:avLst/>
              </a:prstGeom>
              <a:gradFill>
                <a:gsLst>
                  <a:gs pos="0">
                    <a:srgbClr val="0064B2">
                      <a:alpha val="10196"/>
                    </a:srgbClr>
                  </a:gs>
                  <a:gs pos="100000">
                    <a:srgbClr val="0064B2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team members slide - v1 ">
  <p:cSld name="CUSTOM_10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"/>
          <p:cNvSpPr/>
          <p:nvPr/>
        </p:nvSpPr>
        <p:spPr>
          <a:xfrm>
            <a:off x="451150" y="857800"/>
            <a:ext cx="2213100" cy="3400800"/>
          </a:xfrm>
          <a:prstGeom prst="roundRect">
            <a:avLst>
              <a:gd name="adj" fmla="val 4845"/>
            </a:avLst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6"/>
          <p:cNvSpPr>
            <a:spLocks noGrp="1"/>
          </p:cNvSpPr>
          <p:nvPr>
            <p:ph type="pic" idx="2"/>
          </p:nvPr>
        </p:nvSpPr>
        <p:spPr>
          <a:xfrm>
            <a:off x="658775" y="1134000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36"/>
          <p:cNvSpPr txBox="1">
            <a:spLocks noGrp="1"/>
          </p:cNvSpPr>
          <p:nvPr>
            <p:ph type="subTitle" idx="1"/>
          </p:nvPr>
        </p:nvSpPr>
        <p:spPr>
          <a:xfrm>
            <a:off x="658775" y="3081600"/>
            <a:ext cx="17964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54" name="Google Shape;354;p36"/>
          <p:cNvSpPr txBox="1">
            <a:spLocks noGrp="1"/>
          </p:cNvSpPr>
          <p:nvPr>
            <p:ph type="body" idx="3"/>
          </p:nvPr>
        </p:nvSpPr>
        <p:spPr>
          <a:xfrm>
            <a:off x="658775" y="3549600"/>
            <a:ext cx="17964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55" name="Google Shape;355;p36"/>
          <p:cNvSpPr txBox="1">
            <a:spLocks noGrp="1"/>
          </p:cNvSpPr>
          <p:nvPr>
            <p:ph type="title"/>
          </p:nvPr>
        </p:nvSpPr>
        <p:spPr>
          <a:xfrm>
            <a:off x="5505450" y="857800"/>
            <a:ext cx="31965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36"/>
          <p:cNvSpPr/>
          <p:nvPr/>
        </p:nvSpPr>
        <p:spPr>
          <a:xfrm>
            <a:off x="2836625" y="857800"/>
            <a:ext cx="2213100" cy="3400800"/>
          </a:xfrm>
          <a:prstGeom prst="roundRect">
            <a:avLst>
              <a:gd name="adj" fmla="val 4845"/>
            </a:avLst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6"/>
          <p:cNvSpPr>
            <a:spLocks noGrp="1"/>
          </p:cNvSpPr>
          <p:nvPr>
            <p:ph type="pic" idx="4"/>
          </p:nvPr>
        </p:nvSpPr>
        <p:spPr>
          <a:xfrm>
            <a:off x="3044250" y="1134000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36"/>
          <p:cNvSpPr txBox="1">
            <a:spLocks noGrp="1"/>
          </p:cNvSpPr>
          <p:nvPr>
            <p:ph type="subTitle" idx="5"/>
          </p:nvPr>
        </p:nvSpPr>
        <p:spPr>
          <a:xfrm>
            <a:off x="3044250" y="3081600"/>
            <a:ext cx="17964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59" name="Google Shape;359;p36"/>
          <p:cNvSpPr txBox="1">
            <a:spLocks noGrp="1"/>
          </p:cNvSpPr>
          <p:nvPr>
            <p:ph type="body" idx="6"/>
          </p:nvPr>
        </p:nvSpPr>
        <p:spPr>
          <a:xfrm>
            <a:off x="3044250" y="3549600"/>
            <a:ext cx="17964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grpSp>
        <p:nvGrpSpPr>
          <p:cNvPr id="360" name="Google Shape;360;p36"/>
          <p:cNvGrpSpPr/>
          <p:nvPr/>
        </p:nvGrpSpPr>
        <p:grpSpPr>
          <a:xfrm rot="-5400000">
            <a:off x="7188222" y="1613755"/>
            <a:ext cx="4016235" cy="4016235"/>
            <a:chOff x="-1225650" y="-310172"/>
            <a:chExt cx="2751600" cy="2751600"/>
          </a:xfrm>
        </p:grpSpPr>
        <p:sp>
          <p:nvSpPr>
            <p:cNvPr id="361" name="Google Shape;361;p36"/>
            <p:cNvSpPr/>
            <p:nvPr/>
          </p:nvSpPr>
          <p:spPr>
            <a:xfrm rot="6785071">
              <a:off x="-898465" y="17013"/>
              <a:ext cx="2097231" cy="209723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 rot="6784296">
              <a:off x="-710931" y="203630"/>
              <a:ext cx="1723992" cy="1723992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6"/>
            <p:cNvSpPr/>
            <p:nvPr/>
          </p:nvSpPr>
          <p:spPr>
            <a:xfrm rot="6785852">
              <a:off x="-497608" y="417790"/>
              <a:ext cx="1295445" cy="1295445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Team Members slide - v2">
  <p:cSld name="CUSTOM_11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"/>
          <p:cNvSpPr/>
          <p:nvPr/>
        </p:nvSpPr>
        <p:spPr>
          <a:xfrm>
            <a:off x="930375" y="1928425"/>
            <a:ext cx="3537300" cy="1980000"/>
          </a:xfrm>
          <a:prstGeom prst="roundRect">
            <a:avLst>
              <a:gd name="adj" fmla="val 4845"/>
            </a:avLst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7"/>
          <p:cNvSpPr/>
          <p:nvPr/>
        </p:nvSpPr>
        <p:spPr>
          <a:xfrm>
            <a:off x="4693350" y="1928425"/>
            <a:ext cx="3537300" cy="1980000"/>
          </a:xfrm>
          <a:prstGeom prst="roundRect">
            <a:avLst>
              <a:gd name="adj" fmla="val 4845"/>
            </a:avLst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37"/>
          <p:cNvSpPr txBox="1">
            <a:spLocks noGrp="1"/>
          </p:cNvSpPr>
          <p:nvPr>
            <p:ph type="title"/>
          </p:nvPr>
        </p:nvSpPr>
        <p:spPr>
          <a:xfrm>
            <a:off x="1422000" y="363600"/>
            <a:ext cx="63000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37"/>
          <p:cNvSpPr txBox="1">
            <a:spLocks noGrp="1"/>
          </p:cNvSpPr>
          <p:nvPr>
            <p:ph type="subTitle" idx="1"/>
          </p:nvPr>
        </p:nvSpPr>
        <p:spPr>
          <a:xfrm>
            <a:off x="1162800" y="2854800"/>
            <a:ext cx="30744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69" name="Google Shape;369;p37"/>
          <p:cNvSpPr txBox="1">
            <a:spLocks noGrp="1"/>
          </p:cNvSpPr>
          <p:nvPr>
            <p:ph type="body" idx="2"/>
          </p:nvPr>
        </p:nvSpPr>
        <p:spPr>
          <a:xfrm>
            <a:off x="1162800" y="3322800"/>
            <a:ext cx="30744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0" name="Google Shape;370;p37"/>
          <p:cNvSpPr txBox="1">
            <a:spLocks noGrp="1"/>
          </p:cNvSpPr>
          <p:nvPr>
            <p:ph type="subTitle" idx="3"/>
          </p:nvPr>
        </p:nvSpPr>
        <p:spPr>
          <a:xfrm>
            <a:off x="4924800" y="2855525"/>
            <a:ext cx="30744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71" name="Google Shape;371;p37"/>
          <p:cNvSpPr txBox="1">
            <a:spLocks noGrp="1"/>
          </p:cNvSpPr>
          <p:nvPr>
            <p:ph type="body" idx="4"/>
          </p:nvPr>
        </p:nvSpPr>
        <p:spPr>
          <a:xfrm>
            <a:off x="4924800" y="3323525"/>
            <a:ext cx="30744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2" name="Google Shape;372;p37"/>
          <p:cNvSpPr>
            <a:spLocks noGrp="1"/>
          </p:cNvSpPr>
          <p:nvPr>
            <p:ph type="pic" idx="5"/>
          </p:nvPr>
        </p:nvSpPr>
        <p:spPr>
          <a:xfrm>
            <a:off x="1166275" y="1286925"/>
            <a:ext cx="1504800" cy="1504800"/>
          </a:xfrm>
          <a:prstGeom prst="roundRect">
            <a:avLst>
              <a:gd name="adj" fmla="val 9144"/>
            </a:avLst>
          </a:prstGeom>
          <a:noFill/>
          <a:ln>
            <a:noFill/>
          </a:ln>
        </p:spPr>
      </p:sp>
      <p:sp>
        <p:nvSpPr>
          <p:cNvPr id="373" name="Google Shape;373;p37"/>
          <p:cNvSpPr>
            <a:spLocks noGrp="1"/>
          </p:cNvSpPr>
          <p:nvPr>
            <p:ph type="pic" idx="6"/>
          </p:nvPr>
        </p:nvSpPr>
        <p:spPr>
          <a:xfrm>
            <a:off x="4925100" y="1285925"/>
            <a:ext cx="1504800" cy="1504800"/>
          </a:xfrm>
          <a:prstGeom prst="roundRect">
            <a:avLst>
              <a:gd name="adj" fmla="val 9144"/>
            </a:avLst>
          </a:prstGeom>
          <a:noFill/>
          <a:ln>
            <a:noFill/>
          </a:ln>
        </p:spPr>
      </p:sp>
      <p:grpSp>
        <p:nvGrpSpPr>
          <p:cNvPr id="374" name="Google Shape;374;p37"/>
          <p:cNvGrpSpPr/>
          <p:nvPr/>
        </p:nvGrpSpPr>
        <p:grpSpPr>
          <a:xfrm rot="-5400000">
            <a:off x="7153566" y="-1551238"/>
            <a:ext cx="3479673" cy="3479673"/>
            <a:chOff x="-1225650" y="-310172"/>
            <a:chExt cx="2751600" cy="2751600"/>
          </a:xfrm>
        </p:grpSpPr>
        <p:sp>
          <p:nvSpPr>
            <p:cNvPr id="375" name="Google Shape;375;p37"/>
            <p:cNvSpPr/>
            <p:nvPr/>
          </p:nvSpPr>
          <p:spPr>
            <a:xfrm rot="6785071">
              <a:off x="-898465" y="17013"/>
              <a:ext cx="2097231" cy="209723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7"/>
            <p:cNvSpPr/>
            <p:nvPr/>
          </p:nvSpPr>
          <p:spPr>
            <a:xfrm rot="6784296">
              <a:off x="-710931" y="203630"/>
              <a:ext cx="1723992" cy="1723992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7"/>
            <p:cNvSpPr/>
            <p:nvPr/>
          </p:nvSpPr>
          <p:spPr>
            <a:xfrm rot="6785852">
              <a:off x="-497608" y="417790"/>
              <a:ext cx="1295445" cy="1295445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Team Members slide - v3">
  <p:cSld name="CUSTOM_12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8"/>
          <p:cNvSpPr/>
          <p:nvPr/>
        </p:nvSpPr>
        <p:spPr>
          <a:xfrm rot="5400000">
            <a:off x="5201375" y="1260450"/>
            <a:ext cx="5147700" cy="26226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  <a:alpha val="20000"/>
                </a:srgbClr>
              </a:gs>
              <a:gs pos="50000">
                <a:schemeClr val="lt1">
                  <a:alpha val="20000"/>
                </a:schemeClr>
              </a:gs>
              <a:gs pos="100000">
                <a:srgbClr val="0064B2">
                  <a:alpha val="0"/>
                  <a:alpha val="2000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8"/>
          <p:cNvSpPr/>
          <p:nvPr/>
        </p:nvSpPr>
        <p:spPr>
          <a:xfrm rot="5400000">
            <a:off x="2566750" y="1260450"/>
            <a:ext cx="5147700" cy="26226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  <a:alpha val="20000"/>
                </a:srgbClr>
              </a:gs>
              <a:gs pos="50000">
                <a:schemeClr val="lt1">
                  <a:alpha val="20000"/>
                </a:schemeClr>
              </a:gs>
              <a:gs pos="100000">
                <a:srgbClr val="0064B2">
                  <a:alpha val="0"/>
                  <a:alpha val="2000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38"/>
          <p:cNvSpPr txBox="1">
            <a:spLocks noGrp="1"/>
          </p:cNvSpPr>
          <p:nvPr>
            <p:ph type="subTitle" idx="1"/>
          </p:nvPr>
        </p:nvSpPr>
        <p:spPr>
          <a:xfrm>
            <a:off x="3963400" y="3146400"/>
            <a:ext cx="2354400" cy="5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82" name="Google Shape;382;p38"/>
          <p:cNvSpPr txBox="1">
            <a:spLocks noGrp="1"/>
          </p:cNvSpPr>
          <p:nvPr>
            <p:ph type="body" idx="2"/>
          </p:nvPr>
        </p:nvSpPr>
        <p:spPr>
          <a:xfrm>
            <a:off x="3963400" y="3726000"/>
            <a:ext cx="2354400" cy="5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3" name="Google Shape;383;p38"/>
          <p:cNvSpPr txBox="1">
            <a:spLocks noGrp="1"/>
          </p:cNvSpPr>
          <p:nvPr>
            <p:ph type="subTitle" idx="3"/>
          </p:nvPr>
        </p:nvSpPr>
        <p:spPr>
          <a:xfrm>
            <a:off x="6598025" y="3146400"/>
            <a:ext cx="2354400" cy="5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84" name="Google Shape;384;p38"/>
          <p:cNvSpPr txBox="1">
            <a:spLocks noGrp="1"/>
          </p:cNvSpPr>
          <p:nvPr>
            <p:ph type="body" idx="4"/>
          </p:nvPr>
        </p:nvSpPr>
        <p:spPr>
          <a:xfrm>
            <a:off x="6598025" y="3726000"/>
            <a:ext cx="2354400" cy="5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5" name="Google Shape;385;p38"/>
          <p:cNvSpPr txBox="1">
            <a:spLocks noGrp="1"/>
          </p:cNvSpPr>
          <p:nvPr>
            <p:ph type="title"/>
          </p:nvPr>
        </p:nvSpPr>
        <p:spPr>
          <a:xfrm>
            <a:off x="380000" y="656650"/>
            <a:ext cx="29559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38"/>
          <p:cNvSpPr>
            <a:spLocks noGrp="1"/>
          </p:cNvSpPr>
          <p:nvPr>
            <p:ph type="pic" idx="5"/>
          </p:nvPr>
        </p:nvSpPr>
        <p:spPr>
          <a:xfrm>
            <a:off x="4301800" y="957600"/>
            <a:ext cx="1774800" cy="1774800"/>
          </a:xfrm>
          <a:prstGeom prst="roundRect">
            <a:avLst>
              <a:gd name="adj" fmla="val 8695"/>
            </a:avLst>
          </a:prstGeom>
          <a:noFill/>
          <a:ln>
            <a:noFill/>
          </a:ln>
        </p:spPr>
      </p:sp>
      <p:sp>
        <p:nvSpPr>
          <p:cNvPr id="387" name="Google Shape;387;p38"/>
          <p:cNvSpPr>
            <a:spLocks noGrp="1"/>
          </p:cNvSpPr>
          <p:nvPr>
            <p:ph type="pic" idx="6"/>
          </p:nvPr>
        </p:nvSpPr>
        <p:spPr>
          <a:xfrm>
            <a:off x="6945300" y="957600"/>
            <a:ext cx="1774800" cy="1774800"/>
          </a:xfrm>
          <a:prstGeom prst="roundRect">
            <a:avLst>
              <a:gd name="adj" fmla="val 8695"/>
            </a:avLst>
          </a:prstGeom>
          <a:noFill/>
          <a:ln>
            <a:noFill/>
          </a:ln>
        </p:spPr>
      </p:sp>
      <p:grpSp>
        <p:nvGrpSpPr>
          <p:cNvPr id="388" name="Google Shape;388;p38"/>
          <p:cNvGrpSpPr/>
          <p:nvPr/>
        </p:nvGrpSpPr>
        <p:grpSpPr>
          <a:xfrm rot="-5400000">
            <a:off x="-713833" y="2829601"/>
            <a:ext cx="5143566" cy="5143566"/>
            <a:chOff x="-1225650" y="-310172"/>
            <a:chExt cx="2751600" cy="2751600"/>
          </a:xfrm>
        </p:grpSpPr>
        <p:sp>
          <p:nvSpPr>
            <p:cNvPr id="389" name="Google Shape;389;p38"/>
            <p:cNvSpPr/>
            <p:nvPr/>
          </p:nvSpPr>
          <p:spPr>
            <a:xfrm rot="6785071">
              <a:off x="-898465" y="17013"/>
              <a:ext cx="2097231" cy="209723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8"/>
            <p:cNvSpPr/>
            <p:nvPr/>
          </p:nvSpPr>
          <p:spPr>
            <a:xfrm rot="6784296">
              <a:off x="-710931" y="203630"/>
              <a:ext cx="1723992" cy="1723992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8"/>
            <p:cNvSpPr/>
            <p:nvPr/>
          </p:nvSpPr>
          <p:spPr>
            <a:xfrm rot="6785852">
              <a:off x="-497608" y="417790"/>
              <a:ext cx="1295445" cy="1295445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Team Members slide - v1">
  <p:cSld name="CUSTOM_13">
    <p:bg>
      <p:bgPr>
        <a:solidFill>
          <a:schemeClr val="lt1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9"/>
          <p:cNvSpPr/>
          <p:nvPr/>
        </p:nvSpPr>
        <p:spPr>
          <a:xfrm rot="5400000">
            <a:off x="-67825" y="2046000"/>
            <a:ext cx="3562500" cy="26325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  <a:alpha val="20000"/>
                </a:srgbClr>
              </a:gs>
              <a:gs pos="50000">
                <a:schemeClr val="lt1">
                  <a:alpha val="20000"/>
                </a:schemeClr>
              </a:gs>
              <a:gs pos="100000">
                <a:srgbClr val="0064B2">
                  <a:alpha val="0"/>
                  <a:alpha val="2000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9"/>
          <p:cNvSpPr/>
          <p:nvPr/>
        </p:nvSpPr>
        <p:spPr>
          <a:xfrm rot="5400000">
            <a:off x="2803100" y="2046000"/>
            <a:ext cx="3562500" cy="26325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  <a:alpha val="20000"/>
                </a:srgbClr>
              </a:gs>
              <a:gs pos="50000">
                <a:schemeClr val="lt1">
                  <a:alpha val="20000"/>
                </a:schemeClr>
              </a:gs>
              <a:gs pos="100000">
                <a:srgbClr val="0064B2">
                  <a:alpha val="0"/>
                  <a:alpha val="2000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9"/>
          <p:cNvSpPr/>
          <p:nvPr/>
        </p:nvSpPr>
        <p:spPr>
          <a:xfrm rot="5400000">
            <a:off x="5661675" y="2046000"/>
            <a:ext cx="3562500" cy="26325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  <a:alpha val="20000"/>
                </a:srgbClr>
              </a:gs>
              <a:gs pos="50000">
                <a:schemeClr val="lt1">
                  <a:alpha val="20000"/>
                </a:schemeClr>
              </a:gs>
              <a:gs pos="100000">
                <a:srgbClr val="0064B2">
                  <a:alpha val="0"/>
                  <a:alpha val="2000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9"/>
          <p:cNvSpPr txBox="1">
            <a:spLocks noGrp="1"/>
          </p:cNvSpPr>
          <p:nvPr>
            <p:ph type="title"/>
          </p:nvPr>
        </p:nvSpPr>
        <p:spPr>
          <a:xfrm>
            <a:off x="498625" y="700050"/>
            <a:ext cx="81591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39"/>
          <p:cNvSpPr txBox="1">
            <a:spLocks noGrp="1"/>
          </p:cNvSpPr>
          <p:nvPr>
            <p:ph type="subTitle" idx="1"/>
          </p:nvPr>
        </p:nvSpPr>
        <p:spPr>
          <a:xfrm>
            <a:off x="600175" y="3489969"/>
            <a:ext cx="2206800" cy="5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98" name="Google Shape;398;p39"/>
          <p:cNvSpPr txBox="1">
            <a:spLocks noGrp="1"/>
          </p:cNvSpPr>
          <p:nvPr>
            <p:ph type="body" idx="2"/>
          </p:nvPr>
        </p:nvSpPr>
        <p:spPr>
          <a:xfrm>
            <a:off x="600175" y="4004125"/>
            <a:ext cx="2206800" cy="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9" name="Google Shape;399;p39"/>
          <p:cNvSpPr txBox="1">
            <a:spLocks noGrp="1"/>
          </p:cNvSpPr>
          <p:nvPr>
            <p:ph type="subTitle" idx="3"/>
          </p:nvPr>
        </p:nvSpPr>
        <p:spPr>
          <a:xfrm>
            <a:off x="3476575" y="3485725"/>
            <a:ext cx="2206800" cy="5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00" name="Google Shape;400;p39"/>
          <p:cNvSpPr txBox="1">
            <a:spLocks noGrp="1"/>
          </p:cNvSpPr>
          <p:nvPr>
            <p:ph type="body" idx="4"/>
          </p:nvPr>
        </p:nvSpPr>
        <p:spPr>
          <a:xfrm>
            <a:off x="3476575" y="4000525"/>
            <a:ext cx="2206800" cy="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01" name="Google Shape;401;p39"/>
          <p:cNvSpPr txBox="1">
            <a:spLocks noGrp="1"/>
          </p:cNvSpPr>
          <p:nvPr>
            <p:ph type="subTitle" idx="5"/>
          </p:nvPr>
        </p:nvSpPr>
        <p:spPr>
          <a:xfrm>
            <a:off x="6349375" y="3489969"/>
            <a:ext cx="2206800" cy="5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02" name="Google Shape;402;p39"/>
          <p:cNvSpPr txBox="1">
            <a:spLocks noGrp="1"/>
          </p:cNvSpPr>
          <p:nvPr>
            <p:ph type="body" idx="6"/>
          </p:nvPr>
        </p:nvSpPr>
        <p:spPr>
          <a:xfrm>
            <a:off x="6349375" y="4004125"/>
            <a:ext cx="2206800" cy="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03" name="Google Shape;403;p39"/>
          <p:cNvSpPr>
            <a:spLocks noGrp="1"/>
          </p:cNvSpPr>
          <p:nvPr>
            <p:ph type="pic" idx="7"/>
          </p:nvPr>
        </p:nvSpPr>
        <p:spPr>
          <a:xfrm>
            <a:off x="3573413" y="1959500"/>
            <a:ext cx="1221600" cy="1221600"/>
          </a:xfrm>
          <a:prstGeom prst="roundRect">
            <a:avLst>
              <a:gd name="adj" fmla="val 9144"/>
            </a:avLst>
          </a:prstGeom>
          <a:noFill/>
          <a:ln>
            <a:noFill/>
          </a:ln>
        </p:spPr>
      </p:sp>
      <p:sp>
        <p:nvSpPr>
          <p:cNvPr id="404" name="Google Shape;404;p39"/>
          <p:cNvSpPr>
            <a:spLocks noGrp="1"/>
          </p:cNvSpPr>
          <p:nvPr>
            <p:ph type="pic" idx="8"/>
          </p:nvPr>
        </p:nvSpPr>
        <p:spPr>
          <a:xfrm>
            <a:off x="6432175" y="1961300"/>
            <a:ext cx="1221600" cy="1221600"/>
          </a:xfrm>
          <a:prstGeom prst="roundRect">
            <a:avLst>
              <a:gd name="adj" fmla="val 9144"/>
            </a:avLst>
          </a:prstGeom>
          <a:noFill/>
          <a:ln>
            <a:noFill/>
          </a:ln>
        </p:spPr>
      </p:sp>
      <p:sp>
        <p:nvSpPr>
          <p:cNvPr id="405" name="Google Shape;405;p39"/>
          <p:cNvSpPr/>
          <p:nvPr/>
        </p:nvSpPr>
        <p:spPr>
          <a:xfrm rot="1385247">
            <a:off x="6891154" y="-1178787"/>
            <a:ext cx="3472523" cy="3472523"/>
          </a:xfrm>
          <a:prstGeom prst="ellipse">
            <a:avLst/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9"/>
          <p:cNvSpPr/>
          <p:nvPr/>
        </p:nvSpPr>
        <p:spPr>
          <a:xfrm rot="1385047">
            <a:off x="7612081" y="-457874"/>
            <a:ext cx="2030697" cy="2030697"/>
          </a:xfrm>
          <a:prstGeom prst="ellipse">
            <a:avLst/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9"/>
          <p:cNvSpPr>
            <a:spLocks noGrp="1"/>
          </p:cNvSpPr>
          <p:nvPr>
            <p:ph type="pic" idx="9"/>
          </p:nvPr>
        </p:nvSpPr>
        <p:spPr>
          <a:xfrm>
            <a:off x="679375" y="1981100"/>
            <a:ext cx="1221600" cy="1221600"/>
          </a:xfrm>
          <a:prstGeom prst="roundRect">
            <a:avLst>
              <a:gd name="adj" fmla="val 914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Team Members  slide - v2">
  <p:cSld name="CUSTOM_14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40"/>
          <p:cNvGrpSpPr/>
          <p:nvPr/>
        </p:nvGrpSpPr>
        <p:grpSpPr>
          <a:xfrm>
            <a:off x="3132299" y="-2582114"/>
            <a:ext cx="5763000" cy="5763000"/>
            <a:chOff x="6957599" y="-309739"/>
            <a:chExt cx="5763000" cy="5763000"/>
          </a:xfrm>
        </p:grpSpPr>
        <p:sp>
          <p:nvSpPr>
            <p:cNvPr id="410" name="Google Shape;410;p40"/>
            <p:cNvSpPr/>
            <p:nvPr/>
          </p:nvSpPr>
          <p:spPr>
            <a:xfrm rot="6784825">
              <a:off x="7642797" y="375459"/>
              <a:ext cx="4392603" cy="4392603"/>
            </a:xfrm>
            <a:prstGeom prst="ellipse">
              <a:avLst/>
            </a:prstGeom>
            <a:gradFill>
              <a:gsLst>
                <a:gs pos="0">
                  <a:srgbClr val="0064B2">
                    <a:alpha val="5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40"/>
            <p:cNvSpPr/>
            <p:nvPr/>
          </p:nvSpPr>
          <p:spPr>
            <a:xfrm rot="6784415">
              <a:off x="8035587" y="766066"/>
              <a:ext cx="3610752" cy="3610752"/>
            </a:xfrm>
            <a:prstGeom prst="ellipse">
              <a:avLst/>
            </a:prstGeom>
            <a:gradFill>
              <a:gsLst>
                <a:gs pos="0">
                  <a:srgbClr val="0064B2">
                    <a:alpha val="5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40"/>
            <p:cNvSpPr/>
            <p:nvPr/>
          </p:nvSpPr>
          <p:spPr>
            <a:xfrm rot="6786025">
              <a:off x="8482629" y="1215298"/>
              <a:ext cx="2712926" cy="2712926"/>
            </a:xfrm>
            <a:prstGeom prst="ellipse">
              <a:avLst/>
            </a:prstGeom>
            <a:gradFill>
              <a:gsLst>
                <a:gs pos="0">
                  <a:srgbClr val="0064B2">
                    <a:alpha val="5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3" name="Google Shape;413;p40"/>
          <p:cNvSpPr/>
          <p:nvPr/>
        </p:nvSpPr>
        <p:spPr>
          <a:xfrm>
            <a:off x="0" y="0"/>
            <a:ext cx="2815200" cy="5144700"/>
          </a:xfrm>
          <a:prstGeom prst="rect">
            <a:avLst/>
          </a:prstGeom>
          <a:gradFill>
            <a:gsLst>
              <a:gs pos="0">
                <a:srgbClr val="0064B2">
                  <a:alpha val="0"/>
                </a:srgbClr>
              </a:gs>
              <a:gs pos="100000">
                <a:srgbClr val="0064B2">
                  <a:alpha val="0"/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0"/>
          <p:cNvSpPr txBox="1">
            <a:spLocks noGrp="1"/>
          </p:cNvSpPr>
          <p:nvPr>
            <p:ph type="title"/>
          </p:nvPr>
        </p:nvSpPr>
        <p:spPr>
          <a:xfrm>
            <a:off x="241200" y="1810800"/>
            <a:ext cx="2332800" cy="7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5" name="Google Shape;415;p40"/>
          <p:cNvSpPr txBox="1">
            <a:spLocks noGrp="1"/>
          </p:cNvSpPr>
          <p:nvPr>
            <p:ph type="subTitle" idx="1"/>
          </p:nvPr>
        </p:nvSpPr>
        <p:spPr>
          <a:xfrm>
            <a:off x="3319200" y="2512763"/>
            <a:ext cx="1393200" cy="7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16" name="Google Shape;416;p40"/>
          <p:cNvSpPr txBox="1">
            <a:spLocks noGrp="1"/>
          </p:cNvSpPr>
          <p:nvPr>
            <p:ph type="body" idx="2"/>
          </p:nvPr>
        </p:nvSpPr>
        <p:spPr>
          <a:xfrm>
            <a:off x="3319200" y="3268848"/>
            <a:ext cx="1393200" cy="7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7" name="Google Shape;417;p40"/>
          <p:cNvSpPr txBox="1">
            <a:spLocks noGrp="1"/>
          </p:cNvSpPr>
          <p:nvPr>
            <p:ph type="subTitle" idx="3"/>
          </p:nvPr>
        </p:nvSpPr>
        <p:spPr>
          <a:xfrm>
            <a:off x="5317200" y="2512763"/>
            <a:ext cx="1393200" cy="7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18" name="Google Shape;418;p40"/>
          <p:cNvSpPr txBox="1">
            <a:spLocks noGrp="1"/>
          </p:cNvSpPr>
          <p:nvPr>
            <p:ph type="body" idx="4"/>
          </p:nvPr>
        </p:nvSpPr>
        <p:spPr>
          <a:xfrm>
            <a:off x="5317200" y="3268848"/>
            <a:ext cx="1393200" cy="7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9" name="Google Shape;419;p40"/>
          <p:cNvSpPr txBox="1">
            <a:spLocks noGrp="1"/>
          </p:cNvSpPr>
          <p:nvPr>
            <p:ph type="subTitle" idx="5"/>
          </p:nvPr>
        </p:nvSpPr>
        <p:spPr>
          <a:xfrm>
            <a:off x="7315200" y="2512763"/>
            <a:ext cx="1393200" cy="7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20" name="Google Shape;420;p40"/>
          <p:cNvSpPr txBox="1">
            <a:spLocks noGrp="1"/>
          </p:cNvSpPr>
          <p:nvPr>
            <p:ph type="body" idx="6"/>
          </p:nvPr>
        </p:nvSpPr>
        <p:spPr>
          <a:xfrm>
            <a:off x="7315200" y="3268848"/>
            <a:ext cx="1393200" cy="7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1" name="Google Shape;421;p40"/>
          <p:cNvSpPr>
            <a:spLocks noGrp="1"/>
          </p:cNvSpPr>
          <p:nvPr>
            <p:ph type="pic" idx="7"/>
          </p:nvPr>
        </p:nvSpPr>
        <p:spPr>
          <a:xfrm>
            <a:off x="3334800" y="1119563"/>
            <a:ext cx="1377600" cy="1377600"/>
          </a:xfrm>
          <a:prstGeom prst="roundRect">
            <a:avLst>
              <a:gd name="adj" fmla="val 9144"/>
            </a:avLst>
          </a:prstGeom>
          <a:noFill/>
          <a:ln>
            <a:noFill/>
          </a:ln>
        </p:spPr>
      </p:sp>
      <p:sp>
        <p:nvSpPr>
          <p:cNvPr id="422" name="Google Shape;422;p40"/>
          <p:cNvSpPr>
            <a:spLocks noGrp="1"/>
          </p:cNvSpPr>
          <p:nvPr>
            <p:ph type="pic" idx="8"/>
          </p:nvPr>
        </p:nvSpPr>
        <p:spPr>
          <a:xfrm>
            <a:off x="5325000" y="1129163"/>
            <a:ext cx="1377600" cy="1377600"/>
          </a:xfrm>
          <a:prstGeom prst="roundRect">
            <a:avLst>
              <a:gd name="adj" fmla="val 9144"/>
            </a:avLst>
          </a:prstGeom>
          <a:noFill/>
          <a:ln>
            <a:noFill/>
          </a:ln>
        </p:spPr>
      </p:sp>
      <p:sp>
        <p:nvSpPr>
          <p:cNvPr id="423" name="Google Shape;423;p40"/>
          <p:cNvSpPr>
            <a:spLocks noGrp="1"/>
          </p:cNvSpPr>
          <p:nvPr>
            <p:ph type="pic" idx="9"/>
          </p:nvPr>
        </p:nvSpPr>
        <p:spPr>
          <a:xfrm>
            <a:off x="7315200" y="1119563"/>
            <a:ext cx="1377600" cy="1377600"/>
          </a:xfrm>
          <a:prstGeom prst="roundRect">
            <a:avLst>
              <a:gd name="adj" fmla="val 914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Team Members  slide - v3">
  <p:cSld name="CUSTOM_15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41"/>
          <p:cNvGrpSpPr/>
          <p:nvPr/>
        </p:nvGrpSpPr>
        <p:grpSpPr>
          <a:xfrm rot="-5400000">
            <a:off x="2442916" y="747762"/>
            <a:ext cx="3479673" cy="3479673"/>
            <a:chOff x="-1225650" y="-310172"/>
            <a:chExt cx="2751600" cy="2751600"/>
          </a:xfrm>
        </p:grpSpPr>
        <p:sp>
          <p:nvSpPr>
            <p:cNvPr id="426" name="Google Shape;426;p41"/>
            <p:cNvSpPr/>
            <p:nvPr/>
          </p:nvSpPr>
          <p:spPr>
            <a:xfrm rot="6785071">
              <a:off x="-898465" y="17013"/>
              <a:ext cx="2097231" cy="209723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41"/>
            <p:cNvSpPr/>
            <p:nvPr/>
          </p:nvSpPr>
          <p:spPr>
            <a:xfrm rot="6784296">
              <a:off x="-710931" y="203630"/>
              <a:ext cx="1723992" cy="1723992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1"/>
            <p:cNvSpPr/>
            <p:nvPr/>
          </p:nvSpPr>
          <p:spPr>
            <a:xfrm rot="6785852">
              <a:off x="-497608" y="417790"/>
              <a:ext cx="1295445" cy="1295445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9" name="Google Shape;429;p41"/>
          <p:cNvGrpSpPr/>
          <p:nvPr/>
        </p:nvGrpSpPr>
        <p:grpSpPr>
          <a:xfrm rot="-5400000">
            <a:off x="4795553" y="747774"/>
            <a:ext cx="3479673" cy="3479673"/>
            <a:chOff x="-1225650" y="-310172"/>
            <a:chExt cx="2751600" cy="2751600"/>
          </a:xfrm>
        </p:grpSpPr>
        <p:sp>
          <p:nvSpPr>
            <p:cNvPr id="430" name="Google Shape;430;p41"/>
            <p:cNvSpPr/>
            <p:nvPr/>
          </p:nvSpPr>
          <p:spPr>
            <a:xfrm rot="6785071">
              <a:off x="-898465" y="17013"/>
              <a:ext cx="2097231" cy="209723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1"/>
            <p:cNvSpPr/>
            <p:nvPr/>
          </p:nvSpPr>
          <p:spPr>
            <a:xfrm rot="6784296">
              <a:off x="-710931" y="203630"/>
              <a:ext cx="1723992" cy="1723992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1"/>
            <p:cNvSpPr/>
            <p:nvPr/>
          </p:nvSpPr>
          <p:spPr>
            <a:xfrm rot="6785852">
              <a:off x="-497608" y="417790"/>
              <a:ext cx="1295445" cy="1295445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3" name="Google Shape;433;p41"/>
          <p:cNvGrpSpPr/>
          <p:nvPr/>
        </p:nvGrpSpPr>
        <p:grpSpPr>
          <a:xfrm rot="-5400000">
            <a:off x="5713941" y="831912"/>
            <a:ext cx="3479673" cy="3479673"/>
            <a:chOff x="-1225650" y="-310172"/>
            <a:chExt cx="2751600" cy="2751600"/>
          </a:xfrm>
        </p:grpSpPr>
        <p:sp>
          <p:nvSpPr>
            <p:cNvPr id="434" name="Google Shape;434;p41"/>
            <p:cNvSpPr/>
            <p:nvPr/>
          </p:nvSpPr>
          <p:spPr>
            <a:xfrm rot="6785071">
              <a:off x="-898465" y="17013"/>
              <a:ext cx="2097231" cy="209723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1"/>
            <p:cNvSpPr/>
            <p:nvPr/>
          </p:nvSpPr>
          <p:spPr>
            <a:xfrm rot="6784296">
              <a:off x="-710931" y="203630"/>
              <a:ext cx="1723992" cy="1723992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1"/>
            <p:cNvSpPr/>
            <p:nvPr/>
          </p:nvSpPr>
          <p:spPr>
            <a:xfrm rot="6785852">
              <a:off x="-497608" y="417790"/>
              <a:ext cx="1295445" cy="1295445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7" name="Google Shape;437;p41"/>
          <p:cNvGrpSpPr/>
          <p:nvPr/>
        </p:nvGrpSpPr>
        <p:grpSpPr>
          <a:xfrm rot="-5400000">
            <a:off x="-9" y="747762"/>
            <a:ext cx="3479673" cy="3479673"/>
            <a:chOff x="-1225650" y="-310172"/>
            <a:chExt cx="2751600" cy="2751600"/>
          </a:xfrm>
        </p:grpSpPr>
        <p:sp>
          <p:nvSpPr>
            <p:cNvPr id="438" name="Google Shape;438;p41"/>
            <p:cNvSpPr/>
            <p:nvPr/>
          </p:nvSpPr>
          <p:spPr>
            <a:xfrm rot="6785071">
              <a:off x="-898465" y="17013"/>
              <a:ext cx="2097231" cy="209723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1"/>
            <p:cNvSpPr/>
            <p:nvPr/>
          </p:nvSpPr>
          <p:spPr>
            <a:xfrm rot="6784296">
              <a:off x="-710931" y="203630"/>
              <a:ext cx="1723992" cy="1723992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1"/>
            <p:cNvSpPr/>
            <p:nvPr/>
          </p:nvSpPr>
          <p:spPr>
            <a:xfrm rot="6785852">
              <a:off x="-497608" y="417790"/>
              <a:ext cx="1295445" cy="1295445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" name="Google Shape;441;p41"/>
          <p:cNvSpPr/>
          <p:nvPr/>
        </p:nvSpPr>
        <p:spPr>
          <a:xfrm>
            <a:off x="1203000" y="3586850"/>
            <a:ext cx="2017200" cy="1553100"/>
          </a:xfrm>
          <a:prstGeom prst="rect">
            <a:avLst/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41"/>
          <p:cNvSpPr/>
          <p:nvPr/>
        </p:nvSpPr>
        <p:spPr>
          <a:xfrm>
            <a:off x="3564600" y="3591107"/>
            <a:ext cx="2017200" cy="1553100"/>
          </a:xfrm>
          <a:prstGeom prst="rect">
            <a:avLst/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41"/>
          <p:cNvSpPr/>
          <p:nvPr/>
        </p:nvSpPr>
        <p:spPr>
          <a:xfrm>
            <a:off x="5922600" y="3591107"/>
            <a:ext cx="2017200" cy="1553100"/>
          </a:xfrm>
          <a:prstGeom prst="rect">
            <a:avLst/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1"/>
          <p:cNvSpPr txBox="1">
            <a:spLocks noGrp="1"/>
          </p:cNvSpPr>
          <p:nvPr>
            <p:ph type="title"/>
          </p:nvPr>
        </p:nvSpPr>
        <p:spPr>
          <a:xfrm>
            <a:off x="1202400" y="352800"/>
            <a:ext cx="67356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41"/>
          <p:cNvSpPr>
            <a:spLocks noGrp="1"/>
          </p:cNvSpPr>
          <p:nvPr>
            <p:ph type="pic" idx="2"/>
          </p:nvPr>
        </p:nvSpPr>
        <p:spPr>
          <a:xfrm>
            <a:off x="1203000" y="1144798"/>
            <a:ext cx="2017200" cy="2685600"/>
          </a:xfrm>
          <a:prstGeom prst="roundRect">
            <a:avLst>
              <a:gd name="adj" fmla="val 4581"/>
            </a:avLst>
          </a:prstGeom>
          <a:noFill/>
          <a:ln>
            <a:noFill/>
          </a:ln>
        </p:spPr>
      </p:sp>
      <p:sp>
        <p:nvSpPr>
          <p:cNvPr id="446" name="Google Shape;446;p41"/>
          <p:cNvSpPr>
            <a:spLocks noGrp="1"/>
          </p:cNvSpPr>
          <p:nvPr>
            <p:ph type="pic" idx="3"/>
          </p:nvPr>
        </p:nvSpPr>
        <p:spPr>
          <a:xfrm>
            <a:off x="3562800" y="1144798"/>
            <a:ext cx="2017200" cy="2685600"/>
          </a:xfrm>
          <a:prstGeom prst="roundRect">
            <a:avLst>
              <a:gd name="adj" fmla="val 4581"/>
            </a:avLst>
          </a:prstGeom>
          <a:noFill/>
          <a:ln>
            <a:noFill/>
          </a:ln>
        </p:spPr>
      </p:sp>
      <p:sp>
        <p:nvSpPr>
          <p:cNvPr id="447" name="Google Shape;447;p41"/>
          <p:cNvSpPr>
            <a:spLocks noGrp="1"/>
          </p:cNvSpPr>
          <p:nvPr>
            <p:ph type="pic" idx="4"/>
          </p:nvPr>
        </p:nvSpPr>
        <p:spPr>
          <a:xfrm>
            <a:off x="5927400" y="1144798"/>
            <a:ext cx="2017200" cy="2685600"/>
          </a:xfrm>
          <a:prstGeom prst="roundRect">
            <a:avLst>
              <a:gd name="adj" fmla="val 4581"/>
            </a:avLst>
          </a:prstGeom>
          <a:noFill/>
          <a:ln>
            <a:noFill/>
          </a:ln>
        </p:spPr>
      </p:sp>
      <p:sp>
        <p:nvSpPr>
          <p:cNvPr id="448" name="Google Shape;448;p41"/>
          <p:cNvSpPr txBox="1">
            <a:spLocks noGrp="1"/>
          </p:cNvSpPr>
          <p:nvPr>
            <p:ph type="subTitle" idx="1"/>
          </p:nvPr>
        </p:nvSpPr>
        <p:spPr>
          <a:xfrm>
            <a:off x="1346400" y="3952800"/>
            <a:ext cx="1728000" cy="5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449" name="Google Shape;449;p41"/>
          <p:cNvSpPr txBox="1">
            <a:spLocks noGrp="1"/>
          </p:cNvSpPr>
          <p:nvPr>
            <p:ph type="body" idx="5"/>
          </p:nvPr>
        </p:nvSpPr>
        <p:spPr>
          <a:xfrm>
            <a:off x="1346400" y="4501915"/>
            <a:ext cx="1728000" cy="5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0" name="Google Shape;450;p41"/>
          <p:cNvSpPr txBox="1">
            <a:spLocks noGrp="1"/>
          </p:cNvSpPr>
          <p:nvPr>
            <p:ph type="subTitle" idx="6"/>
          </p:nvPr>
        </p:nvSpPr>
        <p:spPr>
          <a:xfrm>
            <a:off x="3708000" y="3958291"/>
            <a:ext cx="1728000" cy="5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451" name="Google Shape;451;p41"/>
          <p:cNvSpPr txBox="1">
            <a:spLocks noGrp="1"/>
          </p:cNvSpPr>
          <p:nvPr>
            <p:ph type="body" idx="7"/>
          </p:nvPr>
        </p:nvSpPr>
        <p:spPr>
          <a:xfrm>
            <a:off x="3708000" y="4507407"/>
            <a:ext cx="1728000" cy="5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2" name="Google Shape;452;p41"/>
          <p:cNvSpPr txBox="1">
            <a:spLocks noGrp="1"/>
          </p:cNvSpPr>
          <p:nvPr>
            <p:ph type="subTitle" idx="8"/>
          </p:nvPr>
        </p:nvSpPr>
        <p:spPr>
          <a:xfrm>
            <a:off x="6066000" y="3958291"/>
            <a:ext cx="1728000" cy="5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 SemiBold"/>
              <a:buNone/>
              <a:defRPr sz="140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defRPr>
            </a:lvl9pPr>
          </a:lstStyle>
          <a:p>
            <a:endParaRPr/>
          </a:p>
        </p:txBody>
      </p:sp>
      <p:sp>
        <p:nvSpPr>
          <p:cNvPr id="453" name="Google Shape;453;p41"/>
          <p:cNvSpPr txBox="1">
            <a:spLocks noGrp="1"/>
          </p:cNvSpPr>
          <p:nvPr>
            <p:ph type="body" idx="9"/>
          </p:nvPr>
        </p:nvSpPr>
        <p:spPr>
          <a:xfrm>
            <a:off x="6066000" y="4507407"/>
            <a:ext cx="1728000" cy="5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eam Members  slide - v1">
  <p:cSld name="CUSTOM_16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2"/>
          <p:cNvSpPr txBox="1">
            <a:spLocks noGrp="1"/>
          </p:cNvSpPr>
          <p:nvPr>
            <p:ph type="title"/>
          </p:nvPr>
        </p:nvSpPr>
        <p:spPr>
          <a:xfrm>
            <a:off x="363600" y="352800"/>
            <a:ext cx="841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42"/>
          <p:cNvSpPr/>
          <p:nvPr/>
        </p:nvSpPr>
        <p:spPr>
          <a:xfrm>
            <a:off x="362875" y="1116300"/>
            <a:ext cx="2025900" cy="40272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42"/>
          <p:cNvSpPr/>
          <p:nvPr/>
        </p:nvSpPr>
        <p:spPr>
          <a:xfrm>
            <a:off x="2493950" y="1116000"/>
            <a:ext cx="2025900" cy="40272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42"/>
          <p:cNvSpPr/>
          <p:nvPr/>
        </p:nvSpPr>
        <p:spPr>
          <a:xfrm>
            <a:off x="4621550" y="1116000"/>
            <a:ext cx="2025900" cy="40272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42"/>
          <p:cNvSpPr/>
          <p:nvPr/>
        </p:nvSpPr>
        <p:spPr>
          <a:xfrm>
            <a:off x="6752750" y="1116000"/>
            <a:ext cx="2025900" cy="40272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42"/>
          <p:cNvSpPr txBox="1">
            <a:spLocks noGrp="1"/>
          </p:cNvSpPr>
          <p:nvPr>
            <p:ph type="body" idx="1"/>
          </p:nvPr>
        </p:nvSpPr>
        <p:spPr>
          <a:xfrm>
            <a:off x="536400" y="4255999"/>
            <a:ext cx="16704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1" name="Google Shape;461;p42"/>
          <p:cNvSpPr txBox="1">
            <a:spLocks noGrp="1"/>
          </p:cNvSpPr>
          <p:nvPr>
            <p:ph type="body" idx="2"/>
          </p:nvPr>
        </p:nvSpPr>
        <p:spPr>
          <a:xfrm>
            <a:off x="2667475" y="4255626"/>
            <a:ext cx="16704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2" name="Google Shape;462;p42"/>
          <p:cNvSpPr txBox="1">
            <a:spLocks noGrp="1"/>
          </p:cNvSpPr>
          <p:nvPr>
            <p:ph type="body" idx="3"/>
          </p:nvPr>
        </p:nvSpPr>
        <p:spPr>
          <a:xfrm>
            <a:off x="4795075" y="4255626"/>
            <a:ext cx="16704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3" name="Google Shape;463;p42"/>
          <p:cNvSpPr txBox="1">
            <a:spLocks noGrp="1"/>
          </p:cNvSpPr>
          <p:nvPr>
            <p:ph type="body" idx="4"/>
          </p:nvPr>
        </p:nvSpPr>
        <p:spPr>
          <a:xfrm>
            <a:off x="6926275" y="4255626"/>
            <a:ext cx="16704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4" name="Google Shape;464;p42"/>
          <p:cNvSpPr txBox="1">
            <a:spLocks noGrp="1"/>
          </p:cNvSpPr>
          <p:nvPr>
            <p:ph type="subTitle" idx="5"/>
          </p:nvPr>
        </p:nvSpPr>
        <p:spPr>
          <a:xfrm>
            <a:off x="536400" y="3632474"/>
            <a:ext cx="16704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65" name="Google Shape;465;p42"/>
          <p:cNvSpPr txBox="1">
            <a:spLocks noGrp="1"/>
          </p:cNvSpPr>
          <p:nvPr>
            <p:ph type="subTitle" idx="6"/>
          </p:nvPr>
        </p:nvSpPr>
        <p:spPr>
          <a:xfrm>
            <a:off x="2667475" y="3632100"/>
            <a:ext cx="16704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66" name="Google Shape;466;p42"/>
          <p:cNvSpPr txBox="1">
            <a:spLocks noGrp="1"/>
          </p:cNvSpPr>
          <p:nvPr>
            <p:ph type="subTitle" idx="7"/>
          </p:nvPr>
        </p:nvSpPr>
        <p:spPr>
          <a:xfrm>
            <a:off x="4795075" y="3632100"/>
            <a:ext cx="16704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67" name="Google Shape;467;p42"/>
          <p:cNvSpPr txBox="1">
            <a:spLocks noGrp="1"/>
          </p:cNvSpPr>
          <p:nvPr>
            <p:ph type="subTitle" idx="8"/>
          </p:nvPr>
        </p:nvSpPr>
        <p:spPr>
          <a:xfrm>
            <a:off x="6926275" y="3632100"/>
            <a:ext cx="16704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68" name="Google Shape;468;p42"/>
          <p:cNvSpPr>
            <a:spLocks noGrp="1"/>
          </p:cNvSpPr>
          <p:nvPr>
            <p:ph type="pic" idx="9"/>
          </p:nvPr>
        </p:nvSpPr>
        <p:spPr>
          <a:xfrm>
            <a:off x="421200" y="1184100"/>
            <a:ext cx="1904400" cy="2286000"/>
          </a:xfrm>
          <a:prstGeom prst="roundRect">
            <a:avLst>
              <a:gd name="adj" fmla="val 4581"/>
            </a:avLst>
          </a:prstGeom>
          <a:noFill/>
          <a:ln>
            <a:noFill/>
          </a:ln>
        </p:spPr>
      </p:sp>
      <p:sp>
        <p:nvSpPr>
          <p:cNvPr id="469" name="Google Shape;469;p42"/>
          <p:cNvSpPr>
            <a:spLocks noGrp="1"/>
          </p:cNvSpPr>
          <p:nvPr>
            <p:ph type="pic" idx="13"/>
          </p:nvPr>
        </p:nvSpPr>
        <p:spPr>
          <a:xfrm>
            <a:off x="2552963" y="1184400"/>
            <a:ext cx="1904400" cy="2286000"/>
          </a:xfrm>
          <a:prstGeom prst="roundRect">
            <a:avLst>
              <a:gd name="adj" fmla="val 4581"/>
            </a:avLst>
          </a:prstGeom>
          <a:noFill/>
          <a:ln>
            <a:noFill/>
          </a:ln>
        </p:spPr>
      </p:sp>
      <p:sp>
        <p:nvSpPr>
          <p:cNvPr id="470" name="Google Shape;470;p42"/>
          <p:cNvSpPr>
            <a:spLocks noGrp="1"/>
          </p:cNvSpPr>
          <p:nvPr>
            <p:ph type="pic" idx="14"/>
          </p:nvPr>
        </p:nvSpPr>
        <p:spPr>
          <a:xfrm>
            <a:off x="4684100" y="1184400"/>
            <a:ext cx="1904400" cy="2286000"/>
          </a:xfrm>
          <a:prstGeom prst="roundRect">
            <a:avLst>
              <a:gd name="adj" fmla="val 4581"/>
            </a:avLst>
          </a:prstGeom>
          <a:noFill/>
          <a:ln>
            <a:noFill/>
          </a:ln>
        </p:spPr>
      </p:sp>
      <p:sp>
        <p:nvSpPr>
          <p:cNvPr id="471" name="Google Shape;471;p42"/>
          <p:cNvSpPr>
            <a:spLocks noGrp="1"/>
          </p:cNvSpPr>
          <p:nvPr>
            <p:ph type="pic" idx="15"/>
          </p:nvPr>
        </p:nvSpPr>
        <p:spPr>
          <a:xfrm>
            <a:off x="6811625" y="1184400"/>
            <a:ext cx="1904400" cy="2286000"/>
          </a:xfrm>
          <a:prstGeom prst="roundRect">
            <a:avLst>
              <a:gd name="adj" fmla="val 4581"/>
            </a:avLst>
          </a:prstGeom>
          <a:noFill/>
          <a:ln>
            <a:noFill/>
          </a:ln>
        </p:spPr>
      </p:sp>
      <p:grpSp>
        <p:nvGrpSpPr>
          <p:cNvPr id="472" name="Google Shape;472;p42"/>
          <p:cNvGrpSpPr/>
          <p:nvPr/>
        </p:nvGrpSpPr>
        <p:grpSpPr>
          <a:xfrm rot="1935365">
            <a:off x="55" y="-2213002"/>
            <a:ext cx="3479557" cy="3479557"/>
            <a:chOff x="-1225650" y="-310172"/>
            <a:chExt cx="2751600" cy="2751600"/>
          </a:xfrm>
        </p:grpSpPr>
        <p:sp>
          <p:nvSpPr>
            <p:cNvPr id="473" name="Google Shape;473;p42"/>
            <p:cNvSpPr/>
            <p:nvPr/>
          </p:nvSpPr>
          <p:spPr>
            <a:xfrm rot="6785071">
              <a:off x="-898465" y="17013"/>
              <a:ext cx="2097231" cy="209723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2"/>
            <p:cNvSpPr/>
            <p:nvPr/>
          </p:nvSpPr>
          <p:spPr>
            <a:xfrm rot="6784296">
              <a:off x="-710931" y="203630"/>
              <a:ext cx="1723992" cy="1723992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2"/>
            <p:cNvSpPr/>
            <p:nvPr/>
          </p:nvSpPr>
          <p:spPr>
            <a:xfrm rot="6785852">
              <a:off x="-497608" y="417790"/>
              <a:ext cx="1295445" cy="1295445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eam Members  slide - v2">
  <p:cSld name="CUSTOM_17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3"/>
          <p:cNvSpPr/>
          <p:nvPr/>
        </p:nvSpPr>
        <p:spPr>
          <a:xfrm rot="1385070">
            <a:off x="-2078583" y="-79056"/>
            <a:ext cx="5301613" cy="5301613"/>
          </a:xfrm>
          <a:prstGeom prst="ellipse">
            <a:avLst/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43"/>
          <p:cNvSpPr/>
          <p:nvPr/>
        </p:nvSpPr>
        <p:spPr>
          <a:xfrm rot="10800000">
            <a:off x="3223775" y="8450"/>
            <a:ext cx="5920200" cy="5143500"/>
          </a:xfrm>
          <a:prstGeom prst="rect">
            <a:avLst/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43"/>
          <p:cNvSpPr txBox="1">
            <a:spLocks noGrp="1"/>
          </p:cNvSpPr>
          <p:nvPr>
            <p:ph type="subTitle" idx="1"/>
          </p:nvPr>
        </p:nvSpPr>
        <p:spPr>
          <a:xfrm>
            <a:off x="5497200" y="489600"/>
            <a:ext cx="33156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80" name="Google Shape;480;p43"/>
          <p:cNvSpPr txBox="1">
            <a:spLocks noGrp="1"/>
          </p:cNvSpPr>
          <p:nvPr>
            <p:ph type="body" idx="2"/>
          </p:nvPr>
        </p:nvSpPr>
        <p:spPr>
          <a:xfrm>
            <a:off x="5497200" y="898200"/>
            <a:ext cx="33156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81" name="Google Shape;481;p43"/>
          <p:cNvSpPr txBox="1">
            <a:spLocks noGrp="1"/>
          </p:cNvSpPr>
          <p:nvPr>
            <p:ph type="subTitle" idx="3"/>
          </p:nvPr>
        </p:nvSpPr>
        <p:spPr>
          <a:xfrm>
            <a:off x="5497200" y="1609200"/>
            <a:ext cx="33156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82" name="Google Shape;482;p43"/>
          <p:cNvSpPr txBox="1">
            <a:spLocks noGrp="1"/>
          </p:cNvSpPr>
          <p:nvPr>
            <p:ph type="body" idx="4"/>
          </p:nvPr>
        </p:nvSpPr>
        <p:spPr>
          <a:xfrm>
            <a:off x="5497200" y="2017800"/>
            <a:ext cx="33156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83" name="Google Shape;483;p43"/>
          <p:cNvSpPr txBox="1">
            <a:spLocks noGrp="1"/>
          </p:cNvSpPr>
          <p:nvPr>
            <p:ph type="subTitle" idx="5"/>
          </p:nvPr>
        </p:nvSpPr>
        <p:spPr>
          <a:xfrm>
            <a:off x="5497200" y="2728800"/>
            <a:ext cx="33156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84" name="Google Shape;484;p43"/>
          <p:cNvSpPr txBox="1">
            <a:spLocks noGrp="1"/>
          </p:cNvSpPr>
          <p:nvPr>
            <p:ph type="body" idx="6"/>
          </p:nvPr>
        </p:nvSpPr>
        <p:spPr>
          <a:xfrm>
            <a:off x="5497200" y="3137400"/>
            <a:ext cx="33156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85" name="Google Shape;485;p43"/>
          <p:cNvSpPr txBox="1">
            <a:spLocks noGrp="1"/>
          </p:cNvSpPr>
          <p:nvPr>
            <p:ph type="subTitle" idx="7"/>
          </p:nvPr>
        </p:nvSpPr>
        <p:spPr>
          <a:xfrm>
            <a:off x="5497200" y="3852000"/>
            <a:ext cx="33156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86" name="Google Shape;486;p43"/>
          <p:cNvSpPr txBox="1">
            <a:spLocks noGrp="1"/>
          </p:cNvSpPr>
          <p:nvPr>
            <p:ph type="body" idx="8"/>
          </p:nvPr>
        </p:nvSpPr>
        <p:spPr>
          <a:xfrm>
            <a:off x="5497200" y="4260600"/>
            <a:ext cx="33156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87" name="Google Shape;487;p43"/>
          <p:cNvSpPr txBox="1">
            <a:spLocks noGrp="1"/>
          </p:cNvSpPr>
          <p:nvPr>
            <p:ph type="title"/>
          </p:nvPr>
        </p:nvSpPr>
        <p:spPr>
          <a:xfrm>
            <a:off x="363600" y="2307600"/>
            <a:ext cx="25956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43"/>
          <p:cNvSpPr>
            <a:spLocks noGrp="1"/>
          </p:cNvSpPr>
          <p:nvPr>
            <p:ph type="pic" idx="9"/>
          </p:nvPr>
        </p:nvSpPr>
        <p:spPr>
          <a:xfrm>
            <a:off x="3397250" y="435600"/>
            <a:ext cx="1825200" cy="928800"/>
          </a:xfrm>
          <a:prstGeom prst="roundRect">
            <a:avLst>
              <a:gd name="adj" fmla="val 4581"/>
            </a:avLst>
          </a:prstGeom>
          <a:noFill/>
          <a:ln>
            <a:noFill/>
          </a:ln>
        </p:spPr>
      </p:sp>
      <p:sp>
        <p:nvSpPr>
          <p:cNvPr id="489" name="Google Shape;489;p43"/>
          <p:cNvSpPr>
            <a:spLocks noGrp="1"/>
          </p:cNvSpPr>
          <p:nvPr>
            <p:ph type="pic" idx="13"/>
          </p:nvPr>
        </p:nvSpPr>
        <p:spPr>
          <a:xfrm>
            <a:off x="3397250" y="1555200"/>
            <a:ext cx="1825200" cy="928800"/>
          </a:xfrm>
          <a:prstGeom prst="roundRect">
            <a:avLst>
              <a:gd name="adj" fmla="val 4581"/>
            </a:avLst>
          </a:prstGeom>
          <a:noFill/>
          <a:ln>
            <a:noFill/>
          </a:ln>
        </p:spPr>
      </p:sp>
      <p:sp>
        <p:nvSpPr>
          <p:cNvPr id="490" name="Google Shape;490;p43"/>
          <p:cNvSpPr>
            <a:spLocks noGrp="1"/>
          </p:cNvSpPr>
          <p:nvPr>
            <p:ph type="pic" idx="14"/>
          </p:nvPr>
        </p:nvSpPr>
        <p:spPr>
          <a:xfrm>
            <a:off x="3397250" y="2676600"/>
            <a:ext cx="1825200" cy="928800"/>
          </a:xfrm>
          <a:prstGeom prst="roundRect">
            <a:avLst>
              <a:gd name="adj" fmla="val 4581"/>
            </a:avLst>
          </a:prstGeom>
          <a:noFill/>
          <a:ln>
            <a:noFill/>
          </a:ln>
        </p:spPr>
      </p:sp>
      <p:sp>
        <p:nvSpPr>
          <p:cNvPr id="491" name="Google Shape;491;p43"/>
          <p:cNvSpPr>
            <a:spLocks noGrp="1"/>
          </p:cNvSpPr>
          <p:nvPr>
            <p:ph type="pic" idx="15"/>
          </p:nvPr>
        </p:nvSpPr>
        <p:spPr>
          <a:xfrm>
            <a:off x="3397250" y="3798000"/>
            <a:ext cx="1825200" cy="928800"/>
          </a:xfrm>
          <a:prstGeom prst="roundRect">
            <a:avLst>
              <a:gd name="adj" fmla="val 4581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eam Members  slide - v3">
  <p:cSld name="CUSTOM_18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4"/>
          <p:cNvSpPr/>
          <p:nvPr/>
        </p:nvSpPr>
        <p:spPr>
          <a:xfrm>
            <a:off x="1164300" y="1581750"/>
            <a:ext cx="3238800" cy="1226100"/>
          </a:xfrm>
          <a:prstGeom prst="roundRect">
            <a:avLst>
              <a:gd name="adj" fmla="val 4845"/>
            </a:avLst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4"/>
          <p:cNvSpPr/>
          <p:nvPr/>
        </p:nvSpPr>
        <p:spPr>
          <a:xfrm>
            <a:off x="1164300" y="3159750"/>
            <a:ext cx="3238800" cy="1226100"/>
          </a:xfrm>
          <a:prstGeom prst="roundRect">
            <a:avLst>
              <a:gd name="adj" fmla="val 4845"/>
            </a:avLst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4"/>
          <p:cNvSpPr/>
          <p:nvPr/>
        </p:nvSpPr>
        <p:spPr>
          <a:xfrm>
            <a:off x="5282675" y="1552350"/>
            <a:ext cx="3238800" cy="1226100"/>
          </a:xfrm>
          <a:prstGeom prst="roundRect">
            <a:avLst>
              <a:gd name="adj" fmla="val 4845"/>
            </a:avLst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44"/>
          <p:cNvSpPr/>
          <p:nvPr/>
        </p:nvSpPr>
        <p:spPr>
          <a:xfrm>
            <a:off x="5282675" y="3160800"/>
            <a:ext cx="3238800" cy="1226100"/>
          </a:xfrm>
          <a:prstGeom prst="roundRect">
            <a:avLst>
              <a:gd name="adj" fmla="val 4845"/>
            </a:avLst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44"/>
          <p:cNvSpPr txBox="1">
            <a:spLocks noGrp="1"/>
          </p:cNvSpPr>
          <p:nvPr>
            <p:ph type="title"/>
          </p:nvPr>
        </p:nvSpPr>
        <p:spPr>
          <a:xfrm>
            <a:off x="727200" y="622800"/>
            <a:ext cx="77652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44"/>
          <p:cNvSpPr txBox="1">
            <a:spLocks noGrp="1"/>
          </p:cNvSpPr>
          <p:nvPr>
            <p:ph type="subTitle" idx="1"/>
          </p:nvPr>
        </p:nvSpPr>
        <p:spPr>
          <a:xfrm>
            <a:off x="1728000" y="1782000"/>
            <a:ext cx="24516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499" name="Google Shape;499;p44"/>
          <p:cNvSpPr txBox="1">
            <a:spLocks noGrp="1"/>
          </p:cNvSpPr>
          <p:nvPr>
            <p:ph type="body" idx="2"/>
          </p:nvPr>
        </p:nvSpPr>
        <p:spPr>
          <a:xfrm>
            <a:off x="1728000" y="2188800"/>
            <a:ext cx="24516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00" name="Google Shape;500;p44"/>
          <p:cNvSpPr txBox="1">
            <a:spLocks noGrp="1"/>
          </p:cNvSpPr>
          <p:nvPr>
            <p:ph type="subTitle" idx="3"/>
          </p:nvPr>
        </p:nvSpPr>
        <p:spPr>
          <a:xfrm>
            <a:off x="1728000" y="3366000"/>
            <a:ext cx="24516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501" name="Google Shape;501;p44"/>
          <p:cNvSpPr txBox="1">
            <a:spLocks noGrp="1"/>
          </p:cNvSpPr>
          <p:nvPr>
            <p:ph type="body" idx="4"/>
          </p:nvPr>
        </p:nvSpPr>
        <p:spPr>
          <a:xfrm>
            <a:off x="1728000" y="3772800"/>
            <a:ext cx="24516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02" name="Google Shape;502;p44"/>
          <p:cNvSpPr txBox="1">
            <a:spLocks noGrp="1"/>
          </p:cNvSpPr>
          <p:nvPr>
            <p:ph type="body" idx="5"/>
          </p:nvPr>
        </p:nvSpPr>
        <p:spPr>
          <a:xfrm>
            <a:off x="5821200" y="2188800"/>
            <a:ext cx="24516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03" name="Google Shape;503;p44"/>
          <p:cNvSpPr txBox="1">
            <a:spLocks noGrp="1"/>
          </p:cNvSpPr>
          <p:nvPr>
            <p:ph type="subTitle" idx="6"/>
          </p:nvPr>
        </p:nvSpPr>
        <p:spPr>
          <a:xfrm>
            <a:off x="5821200" y="1782000"/>
            <a:ext cx="24516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504" name="Google Shape;504;p44"/>
          <p:cNvSpPr txBox="1">
            <a:spLocks noGrp="1"/>
          </p:cNvSpPr>
          <p:nvPr>
            <p:ph type="subTitle" idx="7"/>
          </p:nvPr>
        </p:nvSpPr>
        <p:spPr>
          <a:xfrm>
            <a:off x="5821200" y="3366000"/>
            <a:ext cx="24516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505" name="Google Shape;505;p44"/>
          <p:cNvSpPr txBox="1">
            <a:spLocks noGrp="1"/>
          </p:cNvSpPr>
          <p:nvPr>
            <p:ph type="body" idx="8"/>
          </p:nvPr>
        </p:nvSpPr>
        <p:spPr>
          <a:xfrm>
            <a:off x="5821200" y="3772800"/>
            <a:ext cx="24516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06" name="Google Shape;506;p44"/>
          <p:cNvSpPr>
            <a:spLocks noGrp="1"/>
          </p:cNvSpPr>
          <p:nvPr>
            <p:ph type="pic" idx="9"/>
          </p:nvPr>
        </p:nvSpPr>
        <p:spPr>
          <a:xfrm>
            <a:off x="727200" y="1700475"/>
            <a:ext cx="882000" cy="928800"/>
          </a:xfrm>
          <a:prstGeom prst="roundRect">
            <a:avLst>
              <a:gd name="adj" fmla="val 4581"/>
            </a:avLst>
          </a:prstGeom>
          <a:noFill/>
          <a:ln>
            <a:noFill/>
          </a:ln>
        </p:spPr>
      </p:sp>
      <p:sp>
        <p:nvSpPr>
          <p:cNvPr id="507" name="Google Shape;507;p44"/>
          <p:cNvSpPr>
            <a:spLocks noGrp="1"/>
          </p:cNvSpPr>
          <p:nvPr>
            <p:ph type="pic" idx="13"/>
          </p:nvPr>
        </p:nvSpPr>
        <p:spPr>
          <a:xfrm>
            <a:off x="727200" y="3309450"/>
            <a:ext cx="882000" cy="928800"/>
          </a:xfrm>
          <a:prstGeom prst="roundRect">
            <a:avLst>
              <a:gd name="adj" fmla="val 4581"/>
            </a:avLst>
          </a:prstGeom>
          <a:noFill/>
          <a:ln>
            <a:noFill/>
          </a:ln>
        </p:spPr>
      </p:sp>
      <p:sp>
        <p:nvSpPr>
          <p:cNvPr id="508" name="Google Shape;508;p44"/>
          <p:cNvSpPr>
            <a:spLocks noGrp="1"/>
          </p:cNvSpPr>
          <p:nvPr>
            <p:ph type="pic" idx="14"/>
          </p:nvPr>
        </p:nvSpPr>
        <p:spPr>
          <a:xfrm>
            <a:off x="4820400" y="1701000"/>
            <a:ext cx="882000" cy="928800"/>
          </a:xfrm>
          <a:prstGeom prst="roundRect">
            <a:avLst>
              <a:gd name="adj" fmla="val 4581"/>
            </a:avLst>
          </a:prstGeom>
          <a:noFill/>
          <a:ln>
            <a:noFill/>
          </a:ln>
        </p:spPr>
      </p:sp>
      <p:sp>
        <p:nvSpPr>
          <p:cNvPr id="509" name="Google Shape;509;p44"/>
          <p:cNvSpPr>
            <a:spLocks noGrp="1"/>
          </p:cNvSpPr>
          <p:nvPr>
            <p:ph type="pic" idx="15"/>
          </p:nvPr>
        </p:nvSpPr>
        <p:spPr>
          <a:xfrm>
            <a:off x="4820400" y="3309450"/>
            <a:ext cx="882000" cy="928800"/>
          </a:xfrm>
          <a:prstGeom prst="roundRect">
            <a:avLst>
              <a:gd name="adj" fmla="val 4581"/>
            </a:avLst>
          </a:prstGeom>
          <a:noFill/>
          <a:ln>
            <a:noFill/>
          </a:ln>
        </p:spPr>
      </p:sp>
      <p:sp>
        <p:nvSpPr>
          <p:cNvPr id="510" name="Google Shape;510;p44"/>
          <p:cNvSpPr/>
          <p:nvPr/>
        </p:nvSpPr>
        <p:spPr>
          <a:xfrm rot="1385070">
            <a:off x="7058817" y="-3498906"/>
            <a:ext cx="5301613" cy="5301613"/>
          </a:xfrm>
          <a:prstGeom prst="ellipse">
            <a:avLst/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44"/>
          <p:cNvSpPr/>
          <p:nvPr/>
        </p:nvSpPr>
        <p:spPr>
          <a:xfrm rot="1385070">
            <a:off x="7374492" y="-3877156"/>
            <a:ext cx="5301613" cy="5301613"/>
          </a:xfrm>
          <a:prstGeom prst="ellipse">
            <a:avLst/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slide - v1">
  <p:cSld name="CUSTOM_19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5"/>
          <p:cNvSpPr txBox="1">
            <a:spLocks noGrp="1"/>
          </p:cNvSpPr>
          <p:nvPr>
            <p:ph type="title"/>
          </p:nvPr>
        </p:nvSpPr>
        <p:spPr>
          <a:xfrm>
            <a:off x="539950" y="355950"/>
            <a:ext cx="34452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4" name="Google Shape;514;p45"/>
          <p:cNvSpPr/>
          <p:nvPr/>
        </p:nvSpPr>
        <p:spPr>
          <a:xfrm>
            <a:off x="5773800" y="8175"/>
            <a:ext cx="3387900" cy="5143500"/>
          </a:xfrm>
          <a:prstGeom prst="rect">
            <a:avLst/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45"/>
          <p:cNvSpPr>
            <a:spLocks noGrp="1"/>
          </p:cNvSpPr>
          <p:nvPr>
            <p:ph type="pic" idx="2"/>
          </p:nvPr>
        </p:nvSpPr>
        <p:spPr>
          <a:xfrm>
            <a:off x="4390800" y="8175"/>
            <a:ext cx="2700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45"/>
          <p:cNvSpPr txBox="1">
            <a:spLocks noGrp="1"/>
          </p:cNvSpPr>
          <p:nvPr>
            <p:ph type="subTitle" idx="1"/>
          </p:nvPr>
        </p:nvSpPr>
        <p:spPr>
          <a:xfrm>
            <a:off x="539950" y="1417950"/>
            <a:ext cx="3445200" cy="4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517" name="Google Shape;517;p45"/>
          <p:cNvSpPr txBox="1">
            <a:spLocks noGrp="1"/>
          </p:cNvSpPr>
          <p:nvPr>
            <p:ph type="body" idx="3"/>
          </p:nvPr>
        </p:nvSpPr>
        <p:spPr>
          <a:xfrm>
            <a:off x="539950" y="1842750"/>
            <a:ext cx="3445200" cy="4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cxnSp>
        <p:nvCxnSpPr>
          <p:cNvPr id="518" name="Google Shape;518;p45"/>
          <p:cNvCxnSpPr/>
          <p:nvPr/>
        </p:nvCxnSpPr>
        <p:spPr>
          <a:xfrm>
            <a:off x="601265" y="2421975"/>
            <a:ext cx="3320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9" name="Google Shape;519;p45"/>
          <p:cNvSpPr txBox="1">
            <a:spLocks noGrp="1"/>
          </p:cNvSpPr>
          <p:nvPr>
            <p:ph type="body" idx="4"/>
          </p:nvPr>
        </p:nvSpPr>
        <p:spPr>
          <a:xfrm>
            <a:off x="539950" y="2573550"/>
            <a:ext cx="3445200" cy="22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grpSp>
        <p:nvGrpSpPr>
          <p:cNvPr id="520" name="Google Shape;520;p45"/>
          <p:cNvGrpSpPr/>
          <p:nvPr/>
        </p:nvGrpSpPr>
        <p:grpSpPr>
          <a:xfrm rot="-5400000">
            <a:off x="6451966" y="-2636597"/>
            <a:ext cx="5443765" cy="5442665"/>
            <a:chOff x="-1225650" y="-310172"/>
            <a:chExt cx="2751600" cy="2751600"/>
          </a:xfrm>
        </p:grpSpPr>
        <p:sp>
          <p:nvSpPr>
            <p:cNvPr id="521" name="Google Shape;521;p45"/>
            <p:cNvSpPr/>
            <p:nvPr/>
          </p:nvSpPr>
          <p:spPr>
            <a:xfrm rot="6785071">
              <a:off x="-898465" y="17013"/>
              <a:ext cx="2097231" cy="209723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5"/>
            <p:cNvSpPr/>
            <p:nvPr/>
          </p:nvSpPr>
          <p:spPr>
            <a:xfrm rot="6784296">
              <a:off x="-710931" y="203630"/>
              <a:ext cx="1723992" cy="1723992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5"/>
            <p:cNvSpPr/>
            <p:nvPr/>
          </p:nvSpPr>
          <p:spPr>
            <a:xfrm rot="6785852">
              <a:off x="-497608" y="417790"/>
              <a:ext cx="1295445" cy="1295445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layout - v2">
  <p:cSld name="CUSTOM_20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13500032" scaled="0"/>
        </a:gra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6"/>
          <p:cNvSpPr/>
          <p:nvPr/>
        </p:nvSpPr>
        <p:spPr>
          <a:xfrm>
            <a:off x="-750" y="3448800"/>
            <a:ext cx="4168800" cy="1694700"/>
          </a:xfrm>
          <a:prstGeom prst="rect">
            <a:avLst/>
          </a:prstGeom>
          <a:gradFill>
            <a:gsLst>
              <a:gs pos="0">
                <a:srgbClr val="0064B2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46"/>
          <p:cNvSpPr>
            <a:spLocks noGrp="1"/>
          </p:cNvSpPr>
          <p:nvPr>
            <p:ph type="pic" idx="2"/>
          </p:nvPr>
        </p:nvSpPr>
        <p:spPr>
          <a:xfrm>
            <a:off x="0" y="0"/>
            <a:ext cx="4168800" cy="3448800"/>
          </a:xfrm>
          <a:prstGeom prst="rect">
            <a:avLst/>
          </a:prstGeom>
          <a:noFill/>
          <a:ln>
            <a:noFill/>
          </a:ln>
        </p:spPr>
      </p:sp>
      <p:sp>
        <p:nvSpPr>
          <p:cNvPr id="527" name="Google Shape;527;p46"/>
          <p:cNvSpPr txBox="1">
            <a:spLocks noGrp="1"/>
          </p:cNvSpPr>
          <p:nvPr>
            <p:ph type="subTitle" idx="1"/>
          </p:nvPr>
        </p:nvSpPr>
        <p:spPr>
          <a:xfrm>
            <a:off x="374400" y="3801600"/>
            <a:ext cx="3420000" cy="4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SemiBold"/>
              <a:buNone/>
              <a:defRPr sz="14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528" name="Google Shape;528;p46"/>
          <p:cNvSpPr txBox="1">
            <a:spLocks noGrp="1"/>
          </p:cNvSpPr>
          <p:nvPr>
            <p:ph type="body" idx="3"/>
          </p:nvPr>
        </p:nvSpPr>
        <p:spPr>
          <a:xfrm>
            <a:off x="374400" y="4294800"/>
            <a:ext cx="3420000" cy="4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529" name="Google Shape;529;p46"/>
          <p:cNvGrpSpPr/>
          <p:nvPr/>
        </p:nvGrpSpPr>
        <p:grpSpPr>
          <a:xfrm>
            <a:off x="6506899" y="2489911"/>
            <a:ext cx="5763000" cy="5763000"/>
            <a:chOff x="6957599" y="-309739"/>
            <a:chExt cx="5763000" cy="5763000"/>
          </a:xfrm>
        </p:grpSpPr>
        <p:sp>
          <p:nvSpPr>
            <p:cNvPr id="530" name="Google Shape;530;p46"/>
            <p:cNvSpPr/>
            <p:nvPr/>
          </p:nvSpPr>
          <p:spPr>
            <a:xfrm rot="6784825">
              <a:off x="7642797" y="375459"/>
              <a:ext cx="4392603" cy="4392603"/>
            </a:xfrm>
            <a:prstGeom prst="ellipse">
              <a:avLst/>
            </a:prstGeom>
            <a:gradFill>
              <a:gsLst>
                <a:gs pos="0">
                  <a:srgbClr val="0064B2">
                    <a:alpha val="5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6"/>
            <p:cNvSpPr/>
            <p:nvPr/>
          </p:nvSpPr>
          <p:spPr>
            <a:xfrm rot="6784415">
              <a:off x="8035587" y="766066"/>
              <a:ext cx="3610752" cy="3610752"/>
            </a:xfrm>
            <a:prstGeom prst="ellipse">
              <a:avLst/>
            </a:prstGeom>
            <a:gradFill>
              <a:gsLst>
                <a:gs pos="0">
                  <a:srgbClr val="0064B2">
                    <a:alpha val="5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6"/>
            <p:cNvSpPr/>
            <p:nvPr/>
          </p:nvSpPr>
          <p:spPr>
            <a:xfrm rot="6786025">
              <a:off x="8482629" y="1215298"/>
              <a:ext cx="2712926" cy="2712926"/>
            </a:xfrm>
            <a:prstGeom prst="ellipse">
              <a:avLst/>
            </a:prstGeom>
            <a:gradFill>
              <a:gsLst>
                <a:gs pos="0">
                  <a:srgbClr val="0064B2">
                    <a:alpha val="5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3" name="Google Shape;533;p46"/>
          <p:cNvSpPr txBox="1">
            <a:spLocks noGrp="1"/>
          </p:cNvSpPr>
          <p:nvPr>
            <p:ph type="title"/>
          </p:nvPr>
        </p:nvSpPr>
        <p:spPr>
          <a:xfrm>
            <a:off x="4482000" y="514800"/>
            <a:ext cx="43056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34" name="Google Shape;534;p46"/>
          <p:cNvSpPr txBox="1">
            <a:spLocks noGrp="1"/>
          </p:cNvSpPr>
          <p:nvPr>
            <p:ph type="body" idx="4"/>
          </p:nvPr>
        </p:nvSpPr>
        <p:spPr>
          <a:xfrm>
            <a:off x="4478400" y="1260000"/>
            <a:ext cx="4305600" cy="3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layout - v3">
  <p:cSld name="CUSTOM_21">
    <p:bg>
      <p:bgPr>
        <a:gradFill>
          <a:gsLst>
            <a:gs pos="0">
              <a:srgbClr val="0064B2">
                <a:alpha val="20000"/>
              </a:srgbClr>
            </a:gs>
            <a:gs pos="50000">
              <a:schemeClr val="lt1"/>
            </a:gs>
            <a:gs pos="100000">
              <a:srgbClr val="0064B2">
                <a:alpha val="0"/>
              </a:srgbClr>
            </a:gs>
          </a:gsLst>
          <a:lin ang="13500032" scaled="0"/>
        </a:gra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p47"/>
          <p:cNvGrpSpPr/>
          <p:nvPr/>
        </p:nvGrpSpPr>
        <p:grpSpPr>
          <a:xfrm rot="-5400000">
            <a:off x="-2134159" y="-1765747"/>
            <a:ext cx="5443765" cy="5442665"/>
            <a:chOff x="-1225650" y="-310172"/>
            <a:chExt cx="2751600" cy="2751600"/>
          </a:xfrm>
        </p:grpSpPr>
        <p:sp>
          <p:nvSpPr>
            <p:cNvPr id="537" name="Google Shape;537;p47"/>
            <p:cNvSpPr/>
            <p:nvPr/>
          </p:nvSpPr>
          <p:spPr>
            <a:xfrm rot="6785071">
              <a:off x="-898465" y="17013"/>
              <a:ext cx="2097231" cy="2097231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7"/>
            <p:cNvSpPr/>
            <p:nvPr/>
          </p:nvSpPr>
          <p:spPr>
            <a:xfrm rot="6784296">
              <a:off x="-710931" y="203630"/>
              <a:ext cx="1723992" cy="1723992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7"/>
            <p:cNvSpPr/>
            <p:nvPr/>
          </p:nvSpPr>
          <p:spPr>
            <a:xfrm rot="6785852">
              <a:off x="-497608" y="417790"/>
              <a:ext cx="1295445" cy="1295445"/>
            </a:xfrm>
            <a:prstGeom prst="ellipse">
              <a:avLst/>
            </a:prstGeom>
            <a:gradFill>
              <a:gsLst>
                <a:gs pos="0">
                  <a:srgbClr val="0064B2">
                    <a:alpha val="1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40" name="Google Shape;540;p47"/>
          <p:cNvCxnSpPr/>
          <p:nvPr/>
        </p:nvCxnSpPr>
        <p:spPr>
          <a:xfrm>
            <a:off x="3204100" y="1875788"/>
            <a:ext cx="0" cy="2114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1" name="Google Shape;541;p47"/>
          <p:cNvSpPr txBox="1">
            <a:spLocks noGrp="1"/>
          </p:cNvSpPr>
          <p:nvPr>
            <p:ph type="subTitle" idx="1"/>
          </p:nvPr>
        </p:nvSpPr>
        <p:spPr>
          <a:xfrm>
            <a:off x="473100" y="3350600"/>
            <a:ext cx="21927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SemiBold"/>
              <a:buNone/>
              <a:defRPr sz="14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542" name="Google Shape;542;p47"/>
          <p:cNvSpPr txBox="1">
            <a:spLocks noGrp="1"/>
          </p:cNvSpPr>
          <p:nvPr>
            <p:ph type="body" idx="2"/>
          </p:nvPr>
        </p:nvSpPr>
        <p:spPr>
          <a:xfrm>
            <a:off x="473100" y="4002125"/>
            <a:ext cx="21927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3" name="Google Shape;543;p47"/>
          <p:cNvSpPr txBox="1">
            <a:spLocks noGrp="1"/>
          </p:cNvSpPr>
          <p:nvPr>
            <p:ph type="body" idx="3"/>
          </p:nvPr>
        </p:nvSpPr>
        <p:spPr>
          <a:xfrm>
            <a:off x="2984275" y="1251850"/>
            <a:ext cx="5691600" cy="34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4" name="Google Shape;544;p47"/>
          <p:cNvSpPr txBox="1">
            <a:spLocks noGrp="1"/>
          </p:cNvSpPr>
          <p:nvPr>
            <p:ph type="title"/>
          </p:nvPr>
        </p:nvSpPr>
        <p:spPr>
          <a:xfrm>
            <a:off x="2984275" y="414375"/>
            <a:ext cx="56916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47"/>
          <p:cNvSpPr>
            <a:spLocks noGrp="1"/>
          </p:cNvSpPr>
          <p:nvPr>
            <p:ph type="pic" idx="4"/>
          </p:nvPr>
        </p:nvSpPr>
        <p:spPr>
          <a:xfrm>
            <a:off x="428400" y="1251850"/>
            <a:ext cx="2282100" cy="1876500"/>
          </a:xfrm>
          <a:prstGeom prst="roundRect">
            <a:avLst>
              <a:gd name="adj" fmla="val 4581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 slide - v1">
  <p:cSld name="CUSTOM_22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13500032" scaled="0"/>
        </a:gra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8"/>
          <p:cNvSpPr>
            <a:spLocks noGrp="1"/>
          </p:cNvSpPr>
          <p:nvPr>
            <p:ph type="pic" idx="2"/>
          </p:nvPr>
        </p:nvSpPr>
        <p:spPr>
          <a:xfrm>
            <a:off x="-7200" y="0"/>
            <a:ext cx="5176800" cy="5151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48" name="Google Shape;548;p48"/>
          <p:cNvGrpSpPr/>
          <p:nvPr/>
        </p:nvGrpSpPr>
        <p:grpSpPr>
          <a:xfrm>
            <a:off x="7469397" y="-1235384"/>
            <a:ext cx="2977742" cy="2977742"/>
            <a:chOff x="6957599" y="-309739"/>
            <a:chExt cx="5763000" cy="5763000"/>
          </a:xfrm>
        </p:grpSpPr>
        <p:sp>
          <p:nvSpPr>
            <p:cNvPr id="549" name="Google Shape;549;p48"/>
            <p:cNvSpPr/>
            <p:nvPr/>
          </p:nvSpPr>
          <p:spPr>
            <a:xfrm rot="6784825">
              <a:off x="7642797" y="375459"/>
              <a:ext cx="4392603" cy="4392603"/>
            </a:xfrm>
            <a:prstGeom prst="ellipse">
              <a:avLst/>
            </a:prstGeom>
            <a:gradFill>
              <a:gsLst>
                <a:gs pos="0">
                  <a:srgbClr val="0064B2">
                    <a:alpha val="5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8"/>
            <p:cNvSpPr/>
            <p:nvPr/>
          </p:nvSpPr>
          <p:spPr>
            <a:xfrm rot="6784415">
              <a:off x="8035587" y="766066"/>
              <a:ext cx="3610752" cy="3610752"/>
            </a:xfrm>
            <a:prstGeom prst="ellipse">
              <a:avLst/>
            </a:prstGeom>
            <a:gradFill>
              <a:gsLst>
                <a:gs pos="0">
                  <a:srgbClr val="0064B2">
                    <a:alpha val="5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8"/>
            <p:cNvSpPr/>
            <p:nvPr/>
          </p:nvSpPr>
          <p:spPr>
            <a:xfrm rot="6786025">
              <a:off x="8482629" y="1215298"/>
              <a:ext cx="2712926" cy="2712926"/>
            </a:xfrm>
            <a:prstGeom prst="ellipse">
              <a:avLst/>
            </a:prstGeom>
            <a:gradFill>
              <a:gsLst>
                <a:gs pos="0">
                  <a:srgbClr val="0064B2">
                    <a:alpha val="50196"/>
                  </a:srgbClr>
                </a:gs>
                <a:gs pos="100000">
                  <a:srgbClr val="0064B2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2" name="Google Shape;552;p48"/>
          <p:cNvSpPr txBox="1">
            <a:spLocks noGrp="1"/>
          </p:cNvSpPr>
          <p:nvPr>
            <p:ph type="title"/>
          </p:nvPr>
        </p:nvSpPr>
        <p:spPr>
          <a:xfrm>
            <a:off x="5579550" y="472750"/>
            <a:ext cx="32916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3" name="Google Shape;553;p48"/>
          <p:cNvSpPr txBox="1"/>
          <p:nvPr/>
        </p:nvSpPr>
        <p:spPr>
          <a:xfrm>
            <a:off x="5623211" y="1322250"/>
            <a:ext cx="32043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Number</a:t>
            </a:r>
            <a:endParaRPr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554" name="Google Shape;554;p48"/>
          <p:cNvSpPr txBox="1"/>
          <p:nvPr/>
        </p:nvSpPr>
        <p:spPr>
          <a:xfrm>
            <a:off x="5623212" y="2490663"/>
            <a:ext cx="32043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Email</a:t>
            </a:r>
            <a:endParaRPr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555" name="Google Shape;555;p48"/>
          <p:cNvSpPr txBox="1"/>
          <p:nvPr/>
        </p:nvSpPr>
        <p:spPr>
          <a:xfrm>
            <a:off x="5623211" y="3697400"/>
            <a:ext cx="32043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Site Link</a:t>
            </a:r>
            <a:endParaRPr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556" name="Google Shape;556;p48"/>
          <p:cNvSpPr txBox="1">
            <a:spLocks noGrp="1"/>
          </p:cNvSpPr>
          <p:nvPr>
            <p:ph type="body" idx="1"/>
          </p:nvPr>
        </p:nvSpPr>
        <p:spPr>
          <a:xfrm>
            <a:off x="5622802" y="1782000"/>
            <a:ext cx="3205500" cy="496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7" name="Google Shape;557;p48"/>
          <p:cNvSpPr txBox="1">
            <a:spLocks noGrp="1"/>
          </p:cNvSpPr>
          <p:nvPr>
            <p:ph type="body" idx="3"/>
          </p:nvPr>
        </p:nvSpPr>
        <p:spPr>
          <a:xfrm>
            <a:off x="5622802" y="2947588"/>
            <a:ext cx="3205500" cy="496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8" name="Google Shape;558;p48"/>
          <p:cNvSpPr txBox="1">
            <a:spLocks noGrp="1"/>
          </p:cNvSpPr>
          <p:nvPr>
            <p:ph type="body" idx="4"/>
          </p:nvPr>
        </p:nvSpPr>
        <p:spPr>
          <a:xfrm>
            <a:off x="5622802" y="4154400"/>
            <a:ext cx="3205500" cy="496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 slide - v2">
  <p:cSld name="CUSTOM_23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9"/>
          <p:cNvSpPr/>
          <p:nvPr/>
        </p:nvSpPr>
        <p:spPr>
          <a:xfrm rot="6902170">
            <a:off x="-1051153" y="-1923634"/>
            <a:ext cx="4148489" cy="4149177"/>
          </a:xfrm>
          <a:prstGeom prst="ellipse">
            <a:avLst/>
          </a:prstGeom>
          <a:gradFill>
            <a:gsLst>
              <a:gs pos="0">
                <a:srgbClr val="0064B2">
                  <a:alpha val="10196"/>
                </a:srgbClr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49"/>
          <p:cNvSpPr txBox="1">
            <a:spLocks noGrp="1"/>
          </p:cNvSpPr>
          <p:nvPr>
            <p:ph type="title"/>
          </p:nvPr>
        </p:nvSpPr>
        <p:spPr>
          <a:xfrm>
            <a:off x="68400" y="622800"/>
            <a:ext cx="29484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2" name="Google Shape;562;p49"/>
          <p:cNvSpPr/>
          <p:nvPr/>
        </p:nvSpPr>
        <p:spPr>
          <a:xfrm flipH="1">
            <a:off x="3072450" y="-1150"/>
            <a:ext cx="6071700" cy="5143500"/>
          </a:xfrm>
          <a:prstGeom prst="rect">
            <a:avLst/>
          </a:prstGeom>
          <a:gradFill>
            <a:gsLst>
              <a:gs pos="0">
                <a:srgbClr val="0064B2">
                  <a:alpha val="20000"/>
                </a:srgbClr>
              </a:gs>
              <a:gs pos="50000">
                <a:schemeClr val="lt1"/>
              </a:gs>
              <a:gs pos="100000">
                <a:srgbClr val="0064B2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49"/>
          <p:cNvSpPr>
            <a:spLocks noGrp="1"/>
          </p:cNvSpPr>
          <p:nvPr>
            <p:ph type="pic" idx="2"/>
          </p:nvPr>
        </p:nvSpPr>
        <p:spPr>
          <a:xfrm>
            <a:off x="-3600" y="2228400"/>
            <a:ext cx="3074400" cy="29160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49"/>
          <p:cNvSpPr txBox="1"/>
          <p:nvPr/>
        </p:nvSpPr>
        <p:spPr>
          <a:xfrm>
            <a:off x="3483113" y="518775"/>
            <a:ext cx="50559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Number</a:t>
            </a:r>
            <a:endParaRPr>
              <a:solidFill>
                <a:schemeClr val="dk1"/>
              </a:solidFill>
              <a:latin typeface="Epilogue SemiBold"/>
              <a:ea typeface="Epilogue SemiBold"/>
              <a:cs typeface="Epilogue SemiBold"/>
              <a:sym typeface="Epilogue SemiBold"/>
            </a:endParaRPr>
          </a:p>
        </p:txBody>
      </p:sp>
      <p:sp>
        <p:nvSpPr>
          <p:cNvPr id="565" name="Google Shape;565;p49"/>
          <p:cNvSpPr txBox="1"/>
          <p:nvPr/>
        </p:nvSpPr>
        <p:spPr>
          <a:xfrm>
            <a:off x="3483115" y="1525075"/>
            <a:ext cx="50559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Email</a:t>
            </a:r>
            <a:endParaRPr>
              <a:solidFill>
                <a:schemeClr val="dk1"/>
              </a:solidFill>
              <a:latin typeface="Epilogue SemiBold"/>
              <a:ea typeface="Epilogue SemiBold"/>
              <a:cs typeface="Epilogue SemiBold"/>
              <a:sym typeface="Epilogue SemiBold"/>
            </a:endParaRPr>
          </a:p>
        </p:txBody>
      </p:sp>
      <p:sp>
        <p:nvSpPr>
          <p:cNvPr id="566" name="Google Shape;566;p49"/>
          <p:cNvSpPr txBox="1"/>
          <p:nvPr/>
        </p:nvSpPr>
        <p:spPr>
          <a:xfrm>
            <a:off x="3483113" y="2528800"/>
            <a:ext cx="50559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Site Link</a:t>
            </a:r>
            <a:endParaRPr>
              <a:solidFill>
                <a:schemeClr val="dk1"/>
              </a:solidFill>
              <a:latin typeface="Epilogue SemiBold"/>
              <a:ea typeface="Epilogue SemiBold"/>
              <a:cs typeface="Epilogue SemiBold"/>
              <a:sym typeface="Epilogue SemiBold"/>
            </a:endParaRPr>
          </a:p>
        </p:txBody>
      </p:sp>
      <p:sp>
        <p:nvSpPr>
          <p:cNvPr id="567" name="Google Shape;567;p49"/>
          <p:cNvSpPr txBox="1"/>
          <p:nvPr/>
        </p:nvSpPr>
        <p:spPr>
          <a:xfrm>
            <a:off x="3483129" y="3532525"/>
            <a:ext cx="50559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Address</a:t>
            </a:r>
            <a:endParaRPr>
              <a:solidFill>
                <a:schemeClr val="dk1"/>
              </a:solidFill>
              <a:latin typeface="Epilogue SemiBold"/>
              <a:ea typeface="Epilogue SemiBold"/>
              <a:cs typeface="Epilogue SemiBold"/>
              <a:sym typeface="Epilogue SemiBold"/>
            </a:endParaRPr>
          </a:p>
        </p:txBody>
      </p:sp>
      <p:sp>
        <p:nvSpPr>
          <p:cNvPr id="568" name="Google Shape;568;p49"/>
          <p:cNvSpPr txBox="1">
            <a:spLocks noGrp="1"/>
          </p:cNvSpPr>
          <p:nvPr>
            <p:ph type="body" idx="1"/>
          </p:nvPr>
        </p:nvSpPr>
        <p:spPr>
          <a:xfrm>
            <a:off x="3483650" y="945513"/>
            <a:ext cx="5058000" cy="496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69" name="Google Shape;569;p49"/>
          <p:cNvSpPr txBox="1">
            <a:spLocks noGrp="1"/>
          </p:cNvSpPr>
          <p:nvPr>
            <p:ph type="body" idx="3"/>
          </p:nvPr>
        </p:nvSpPr>
        <p:spPr>
          <a:xfrm>
            <a:off x="3483650" y="1949913"/>
            <a:ext cx="5058000" cy="496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70" name="Google Shape;570;p49"/>
          <p:cNvSpPr txBox="1">
            <a:spLocks noGrp="1"/>
          </p:cNvSpPr>
          <p:nvPr>
            <p:ph type="body" idx="4"/>
          </p:nvPr>
        </p:nvSpPr>
        <p:spPr>
          <a:xfrm>
            <a:off x="3483650" y="2954313"/>
            <a:ext cx="5058000" cy="496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71" name="Google Shape;571;p49"/>
          <p:cNvSpPr txBox="1">
            <a:spLocks noGrp="1"/>
          </p:cNvSpPr>
          <p:nvPr>
            <p:ph type="body" idx="5"/>
          </p:nvPr>
        </p:nvSpPr>
        <p:spPr>
          <a:xfrm>
            <a:off x="3483650" y="3850713"/>
            <a:ext cx="5058000" cy="774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Sora Light"/>
              <a:buChar char="●"/>
              <a:defRPr sz="11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Sora Light"/>
              <a:buChar char="○"/>
              <a:defRPr sz="11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Sora Light"/>
              <a:buChar char="■"/>
              <a:defRPr sz="11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Sora Light"/>
              <a:buChar char="●"/>
              <a:defRPr sz="11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Sora Light"/>
              <a:buChar char="○"/>
              <a:defRPr sz="11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Sora Light"/>
              <a:buChar char="■"/>
              <a:defRPr sz="11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Sora Light"/>
              <a:buChar char="●"/>
              <a:defRPr sz="11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Sora Light"/>
              <a:buChar char="○"/>
              <a:defRPr sz="11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Sora Light"/>
              <a:buChar char="■"/>
              <a:defRPr sz="11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5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8637" b="18631"/>
          <a:stretch/>
        </p:blipFill>
        <p:spPr>
          <a:xfrm>
            <a:off x="5043600" y="0"/>
            <a:ext cx="4100400" cy="5144400"/>
          </a:xfrm>
          <a:prstGeom prst="rect">
            <a:avLst/>
          </a:prstGeom>
        </p:spPr>
      </p:pic>
      <p:sp>
        <p:nvSpPr>
          <p:cNvPr id="577" name="Google Shape;577;p50"/>
          <p:cNvSpPr txBox="1">
            <a:spLocks noGrp="1"/>
          </p:cNvSpPr>
          <p:nvPr>
            <p:ph type="title"/>
          </p:nvPr>
        </p:nvSpPr>
        <p:spPr>
          <a:xfrm>
            <a:off x="370800" y="417600"/>
            <a:ext cx="42840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Advanced Actor-Critic Methods</a:t>
            </a:r>
            <a:endParaRPr/>
          </a:p>
        </p:txBody>
      </p:sp>
      <p:sp>
        <p:nvSpPr>
          <p:cNvPr id="578" name="Google Shape;578;p50"/>
          <p:cNvSpPr txBox="1">
            <a:spLocks noGrp="1"/>
          </p:cNvSpPr>
          <p:nvPr>
            <p:ph type="body" idx="1"/>
          </p:nvPr>
        </p:nvSpPr>
        <p:spPr>
          <a:xfrm>
            <a:off x="370800" y="1274400"/>
            <a:ext cx="4284000" cy="34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Overview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Actor-critic methods are a class of algorithms in reinforcement learning that combine the benefits of value-based and policy-based approaches. They consist of two main components: the </a:t>
            </a:r>
            <a:r>
              <a:rPr lang="en-GB" b="1">
                <a:latin typeface="Sora"/>
                <a:ea typeface="Sora"/>
                <a:cs typeface="Sora"/>
                <a:sym typeface="Sora"/>
              </a:rPr>
              <a:t>actor</a:t>
            </a:r>
            <a:r>
              <a:rPr lang="en-GB"/>
              <a:t>, which proposes actions, and the </a:t>
            </a:r>
            <a:r>
              <a:rPr lang="en-GB" b="1">
                <a:latin typeface="Sora"/>
                <a:ea typeface="Sora"/>
                <a:cs typeface="Sora"/>
                <a:sym typeface="Sora"/>
              </a:rPr>
              <a:t>critic</a:t>
            </a:r>
            <a:r>
              <a:rPr lang="en-GB"/>
              <a:t>, which evaluates them.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Significance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Versatility</a:t>
            </a:r>
            <a:r>
              <a:rPr lang="en-GB"/>
              <a:t>: These methods can effectively handle various types of environments, including those with continuous action spaces.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Foundation for Advanced Techniques</a:t>
            </a:r>
            <a:r>
              <a:rPr lang="en-GB"/>
              <a:t>: Understanding actor-critic methods is essential for grasping more complex algorithms in reinforcement learning.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79" name="Google Shape;57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7187" y="4487168"/>
            <a:ext cx="1166813" cy="656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5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726" b="7735"/>
          <a:stretch/>
        </p:blipFill>
        <p:spPr>
          <a:xfrm>
            <a:off x="0" y="0"/>
            <a:ext cx="3042000" cy="5143500"/>
          </a:xfrm>
          <a:prstGeom prst="rect">
            <a:avLst/>
          </a:prstGeom>
        </p:spPr>
      </p:pic>
      <p:sp>
        <p:nvSpPr>
          <p:cNvPr id="585" name="Google Shape;585;p51"/>
          <p:cNvSpPr txBox="1">
            <a:spLocks noGrp="1"/>
          </p:cNvSpPr>
          <p:nvPr>
            <p:ph type="title"/>
          </p:nvPr>
        </p:nvSpPr>
        <p:spPr>
          <a:xfrm>
            <a:off x="3482150" y="359550"/>
            <a:ext cx="51357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Importance of Understanding Advanced Techniques</a:t>
            </a:r>
            <a:endParaRPr/>
          </a:p>
        </p:txBody>
      </p:sp>
      <p:sp>
        <p:nvSpPr>
          <p:cNvPr id="586" name="Google Shape;586;p51"/>
          <p:cNvSpPr txBox="1">
            <a:spLocks noGrp="1"/>
          </p:cNvSpPr>
          <p:nvPr>
            <p:ph type="body" idx="1"/>
          </p:nvPr>
        </p:nvSpPr>
        <p:spPr>
          <a:xfrm>
            <a:off x="3482150" y="1057950"/>
            <a:ext cx="51357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Mastering advanced techniques in reinforcement learning is crucial for you as it lays the groundwork for future applications in diverse fields such as robotics, finance, and healthcare.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Key Points: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Career Opportunities</a:t>
            </a:r>
            <a:r>
              <a:rPr lang="en-GB"/>
              <a:t>: Proficiency in these techniques can enhance job prospects in AI and machine learning.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Research Applications</a:t>
            </a:r>
            <a:r>
              <a:rPr lang="en-GB"/>
              <a:t>: Advanced methods are often at the forefront of research, contributing to innovative solutions.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5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8637" b="18631"/>
          <a:stretch/>
        </p:blipFill>
        <p:spPr>
          <a:xfrm>
            <a:off x="5043600" y="0"/>
            <a:ext cx="4100400" cy="5144400"/>
          </a:xfrm>
          <a:prstGeom prst="rect">
            <a:avLst/>
          </a:prstGeom>
        </p:spPr>
      </p:pic>
      <p:sp>
        <p:nvSpPr>
          <p:cNvPr id="592" name="Google Shape;592;p52"/>
          <p:cNvSpPr txBox="1">
            <a:spLocks noGrp="1"/>
          </p:cNvSpPr>
          <p:nvPr>
            <p:ph type="title"/>
          </p:nvPr>
        </p:nvSpPr>
        <p:spPr>
          <a:xfrm>
            <a:off x="370800" y="417600"/>
            <a:ext cx="42840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 Deterministic Policy Gradient (DDPG)</a:t>
            </a:r>
            <a:endParaRPr/>
          </a:p>
        </p:txBody>
      </p:sp>
      <p:sp>
        <p:nvSpPr>
          <p:cNvPr id="593" name="Google Shape;593;p52"/>
          <p:cNvSpPr txBox="1">
            <a:spLocks noGrp="1"/>
          </p:cNvSpPr>
          <p:nvPr>
            <p:ph type="body" idx="1"/>
          </p:nvPr>
        </p:nvSpPr>
        <p:spPr>
          <a:xfrm>
            <a:off x="370800" y="1274400"/>
            <a:ext cx="4284000" cy="34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Introduction to DDPG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DDPG is a prominent actor-critic method designed for environments with continuous action spaces. It leverages deep learning to approximate both the policy and value functions.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Relevance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Continuous Action Spaces</a:t>
            </a:r>
            <a:r>
              <a:rPr lang="en-GB"/>
              <a:t>: DDPG excels in scenarios where actions are not discrete, making it applicable in real-world tasks like robotic control.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5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589075" y="1588700"/>
            <a:ext cx="3555000" cy="3555000"/>
          </a:xfrm>
          <a:prstGeom prst="rect">
            <a:avLst/>
          </a:prstGeom>
        </p:spPr>
      </p:pic>
      <p:sp>
        <p:nvSpPr>
          <p:cNvPr id="599" name="Google Shape;599;p53"/>
          <p:cNvSpPr txBox="1">
            <a:spLocks noGrp="1"/>
          </p:cNvSpPr>
          <p:nvPr>
            <p:ph type="title"/>
          </p:nvPr>
        </p:nvSpPr>
        <p:spPr>
          <a:xfrm>
            <a:off x="447075" y="359550"/>
            <a:ext cx="46620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Differences from Traditional Actor-Critic Methods</a:t>
            </a:r>
            <a:endParaRPr/>
          </a:p>
        </p:txBody>
      </p:sp>
      <p:sp>
        <p:nvSpPr>
          <p:cNvPr id="600" name="Google Shape;600;p53"/>
          <p:cNvSpPr txBox="1">
            <a:spLocks noGrp="1"/>
          </p:cNvSpPr>
          <p:nvPr>
            <p:ph type="body" idx="1"/>
          </p:nvPr>
        </p:nvSpPr>
        <p:spPr>
          <a:xfrm>
            <a:off x="447075" y="1057950"/>
            <a:ext cx="46620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Unique Features of DDPG: DDPG distinguishes itself from traditional actor-critic methods through several key innovations: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Deterministic Policy</a:t>
            </a:r>
            <a:r>
              <a:rPr lang="en-GB"/>
              <a:t>: Unlike traditional methods that use stochastic policies, DDPG employs a deterministic policy for action selection.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Experience Replay</a:t>
            </a:r>
            <a:r>
              <a:rPr lang="en-GB"/>
              <a:t>: DDPG utilizes experience replay to improve learning efficiency by reusing past experiences.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5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726" b="7735"/>
          <a:stretch/>
        </p:blipFill>
        <p:spPr>
          <a:xfrm>
            <a:off x="0" y="0"/>
            <a:ext cx="3042000" cy="5143500"/>
          </a:xfrm>
          <a:prstGeom prst="rect">
            <a:avLst/>
          </a:prstGeom>
        </p:spPr>
      </p:pic>
      <p:sp>
        <p:nvSpPr>
          <p:cNvPr id="606" name="Google Shape;606;p54"/>
          <p:cNvSpPr txBox="1">
            <a:spLocks noGrp="1"/>
          </p:cNvSpPr>
          <p:nvPr>
            <p:ph type="title"/>
          </p:nvPr>
        </p:nvSpPr>
        <p:spPr>
          <a:xfrm>
            <a:off x="3482150" y="359550"/>
            <a:ext cx="51357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Continuous Action Space Applicability</a:t>
            </a:r>
            <a:endParaRPr/>
          </a:p>
        </p:txBody>
      </p:sp>
      <p:sp>
        <p:nvSpPr>
          <p:cNvPr id="607" name="Google Shape;607;p54"/>
          <p:cNvSpPr txBox="1">
            <a:spLocks noGrp="1"/>
          </p:cNvSpPr>
          <p:nvPr>
            <p:ph type="body" idx="1"/>
          </p:nvPr>
        </p:nvSpPr>
        <p:spPr>
          <a:xfrm>
            <a:off x="3482150" y="1057950"/>
            <a:ext cx="51357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Importance of DDPG's Capability: DDPG's ability to handle continuous action spaces is critical for various applications: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Robotics</a:t>
            </a:r>
            <a:r>
              <a:rPr lang="en-GB"/>
              <a:t>: Tasks such as robotic arm manipulation require precise control over continuous actions.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Autonomous Vehicles</a:t>
            </a:r>
            <a:r>
              <a:rPr lang="en-GB"/>
              <a:t>: Continuous steering and acceleration adjustments are essential for safe navigation.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5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589075" y="1588700"/>
            <a:ext cx="3555000" cy="3555000"/>
          </a:xfrm>
          <a:prstGeom prst="rect">
            <a:avLst/>
          </a:prstGeom>
        </p:spPr>
      </p:pic>
      <p:sp>
        <p:nvSpPr>
          <p:cNvPr id="613" name="Google Shape;613;p55"/>
          <p:cNvSpPr txBox="1">
            <a:spLocks noGrp="1"/>
          </p:cNvSpPr>
          <p:nvPr>
            <p:ph type="title"/>
          </p:nvPr>
        </p:nvSpPr>
        <p:spPr>
          <a:xfrm>
            <a:off x="447075" y="359550"/>
            <a:ext cx="46620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Components of DDPG</a:t>
            </a:r>
            <a:endParaRPr/>
          </a:p>
        </p:txBody>
      </p:sp>
      <p:sp>
        <p:nvSpPr>
          <p:cNvPr id="614" name="Google Shape;614;p55"/>
          <p:cNvSpPr txBox="1">
            <a:spLocks noGrp="1"/>
          </p:cNvSpPr>
          <p:nvPr>
            <p:ph type="body" idx="1"/>
          </p:nvPr>
        </p:nvSpPr>
        <p:spPr>
          <a:xfrm>
            <a:off x="447075" y="1057950"/>
            <a:ext cx="46620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Components Breakdown: Understanding DDPG involves familiarizing oneself with its core components: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Actor Network</a:t>
            </a:r>
            <a:r>
              <a:rPr lang="en-GB"/>
              <a:t>: Responsible for generating actions based on the current policy.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Critic Network</a:t>
            </a:r>
            <a:r>
              <a:rPr lang="en-GB"/>
              <a:t>: Evaluates the actions taken by the actor using the Q function.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5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589075" y="1588700"/>
            <a:ext cx="3555000" cy="3555000"/>
          </a:xfrm>
          <a:prstGeom prst="rect">
            <a:avLst/>
          </a:prstGeom>
        </p:spPr>
      </p:pic>
      <p:sp>
        <p:nvSpPr>
          <p:cNvPr id="620" name="Google Shape;620;p56"/>
          <p:cNvSpPr txBox="1">
            <a:spLocks noGrp="1"/>
          </p:cNvSpPr>
          <p:nvPr>
            <p:ph type="title"/>
          </p:nvPr>
        </p:nvSpPr>
        <p:spPr>
          <a:xfrm>
            <a:off x="447075" y="359550"/>
            <a:ext cx="46620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Actor Network: Policy Network's Role</a:t>
            </a:r>
            <a:endParaRPr/>
          </a:p>
        </p:txBody>
      </p:sp>
      <p:sp>
        <p:nvSpPr>
          <p:cNvPr id="621" name="Google Shape;621;p56"/>
          <p:cNvSpPr txBox="1">
            <a:spLocks noGrp="1"/>
          </p:cNvSpPr>
          <p:nvPr>
            <p:ph type="body" idx="1"/>
          </p:nvPr>
        </p:nvSpPr>
        <p:spPr>
          <a:xfrm>
            <a:off x="447075" y="1057950"/>
            <a:ext cx="46620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Learning Objectives: The actor network in DDPG plays a crucial role in determining the policy: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Action Generation</a:t>
            </a:r>
            <a:r>
              <a:rPr lang="en-GB"/>
              <a:t>: It outputs actions based on the current state of the environment.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Policy Improvement</a:t>
            </a:r>
            <a:r>
              <a:rPr lang="en-GB"/>
              <a:t>: The actor network is updated to maximize expected rewards through policy gradient methods.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5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726" b="7735"/>
          <a:stretch/>
        </p:blipFill>
        <p:spPr>
          <a:xfrm>
            <a:off x="0" y="0"/>
            <a:ext cx="3042000" cy="5143500"/>
          </a:xfrm>
          <a:prstGeom prst="rect">
            <a:avLst/>
          </a:prstGeom>
        </p:spPr>
      </p:pic>
      <p:sp>
        <p:nvSpPr>
          <p:cNvPr id="627" name="Google Shape;627;p57"/>
          <p:cNvSpPr txBox="1">
            <a:spLocks noGrp="1"/>
          </p:cNvSpPr>
          <p:nvPr>
            <p:ph type="title"/>
          </p:nvPr>
        </p:nvSpPr>
        <p:spPr>
          <a:xfrm>
            <a:off x="3482150" y="359550"/>
            <a:ext cx="51357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Critic Network: Value Network's Evaluation Process</a:t>
            </a:r>
            <a:endParaRPr/>
          </a:p>
        </p:txBody>
      </p:sp>
      <p:sp>
        <p:nvSpPr>
          <p:cNvPr id="628" name="Google Shape;628;p57"/>
          <p:cNvSpPr txBox="1">
            <a:spLocks noGrp="1"/>
          </p:cNvSpPr>
          <p:nvPr>
            <p:ph type="body" idx="1"/>
          </p:nvPr>
        </p:nvSpPr>
        <p:spPr>
          <a:xfrm>
            <a:off x="3482150" y="1057950"/>
            <a:ext cx="51357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Actions: The critic network assesses the actions taken by the actor: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Q Function</a:t>
            </a:r>
            <a:r>
              <a:rPr lang="en-GB"/>
              <a:t>: It estimates the expected return of taking a specific action in a given state.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Importance</a:t>
            </a:r>
            <a:r>
              <a:rPr lang="en-GB"/>
              <a:t>: The critic's feedback helps refine the actor's policy, ensuring improved decision-making over time.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Google Shape;633;p5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726" b="7735"/>
          <a:stretch/>
        </p:blipFill>
        <p:spPr>
          <a:xfrm>
            <a:off x="0" y="0"/>
            <a:ext cx="3042000" cy="5143500"/>
          </a:xfrm>
          <a:prstGeom prst="rect">
            <a:avLst/>
          </a:prstGeom>
        </p:spPr>
      </p:pic>
      <p:sp>
        <p:nvSpPr>
          <p:cNvPr id="634" name="Google Shape;634;p58"/>
          <p:cNvSpPr txBox="1">
            <a:spLocks noGrp="1"/>
          </p:cNvSpPr>
          <p:nvPr>
            <p:ph type="title"/>
          </p:nvPr>
        </p:nvSpPr>
        <p:spPr>
          <a:xfrm>
            <a:off x="3482150" y="359550"/>
            <a:ext cx="51357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DDPG Algorithm Steps</a:t>
            </a:r>
            <a:endParaRPr/>
          </a:p>
        </p:txBody>
      </p:sp>
      <p:sp>
        <p:nvSpPr>
          <p:cNvPr id="635" name="Google Shape;635;p58"/>
          <p:cNvSpPr txBox="1">
            <a:spLocks noGrp="1"/>
          </p:cNvSpPr>
          <p:nvPr>
            <p:ph type="body" idx="1"/>
          </p:nvPr>
        </p:nvSpPr>
        <p:spPr>
          <a:xfrm>
            <a:off x="3482150" y="1057950"/>
            <a:ext cx="51357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Framework for Understanding: The DDPG algorithm follows a structured process: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Initialize networks</a:t>
            </a:r>
            <a:r>
              <a:rPr lang="en-GB"/>
              <a:t>: Set up the actor and critic networks with random weights.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Collect experience</a:t>
            </a:r>
            <a:r>
              <a:rPr lang="en-GB"/>
              <a:t>: Interact with the environment to gather state, action, reward, and next state data.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Update networks</a:t>
            </a:r>
            <a:r>
              <a:rPr lang="en-GB"/>
              <a:t>: Use collected experiences to update the actor and critic networks.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Repeat</a:t>
            </a:r>
            <a:r>
              <a:rPr lang="en-GB"/>
              <a:t>: Continue the process until convergence.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9"/>
          <p:cNvSpPr txBox="1">
            <a:spLocks noGrp="1"/>
          </p:cNvSpPr>
          <p:nvPr>
            <p:ph type="subTitle" idx="1"/>
          </p:nvPr>
        </p:nvSpPr>
        <p:spPr>
          <a:xfrm>
            <a:off x="3694200" y="1941750"/>
            <a:ext cx="23514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Initial Setup Importance</a:t>
            </a:r>
            <a:endParaRPr/>
          </a:p>
        </p:txBody>
      </p:sp>
      <p:sp>
        <p:nvSpPr>
          <p:cNvPr id="641" name="Google Shape;641;p59"/>
          <p:cNvSpPr txBox="1">
            <a:spLocks noGrp="1"/>
          </p:cNvSpPr>
          <p:nvPr>
            <p:ph type="body" idx="2"/>
          </p:nvPr>
        </p:nvSpPr>
        <p:spPr>
          <a:xfrm>
            <a:off x="3694200" y="2617825"/>
            <a:ext cx="2351400" cy="22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000" dirty="0"/>
              <a:t>The initial setup of networks and parameters is vital for DDPG's success. Key aspects include </a:t>
            </a:r>
            <a:r>
              <a:rPr lang="en-GB" sz="1000" b="1" dirty="0">
                <a:latin typeface="Sora"/>
                <a:ea typeface="Sora"/>
                <a:cs typeface="Sora"/>
                <a:sym typeface="Sora"/>
              </a:rPr>
              <a:t>Network Architecture</a:t>
            </a:r>
            <a:r>
              <a:rPr lang="en-GB" sz="1000" dirty="0"/>
              <a:t>, where appropriate architectures for the actor and critic networks must be chosen to ensure effective learning, and </a:t>
            </a:r>
            <a:r>
              <a:rPr lang="en-GB" sz="1000" b="1" dirty="0">
                <a:latin typeface="Sora"/>
                <a:ea typeface="Sora"/>
                <a:cs typeface="Sora"/>
                <a:sym typeface="Sora"/>
              </a:rPr>
              <a:t>Hyperparameters</a:t>
            </a:r>
            <a:r>
              <a:rPr lang="en-GB" sz="1000" dirty="0"/>
              <a:t>, which involve setting learning rates, discount factors, and exploration noise levels to optimize performance.</a:t>
            </a:r>
            <a:endParaRPr sz="1000" dirty="0"/>
          </a:p>
        </p:txBody>
      </p:sp>
      <p:sp>
        <p:nvSpPr>
          <p:cNvPr id="642" name="Google Shape;642;p59"/>
          <p:cNvSpPr txBox="1">
            <a:spLocks noGrp="1"/>
          </p:cNvSpPr>
          <p:nvPr>
            <p:ph type="subTitle" idx="3"/>
          </p:nvPr>
        </p:nvSpPr>
        <p:spPr>
          <a:xfrm>
            <a:off x="6543600" y="1941750"/>
            <a:ext cx="23514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Optimizing Performance</a:t>
            </a:r>
            <a:endParaRPr/>
          </a:p>
        </p:txBody>
      </p:sp>
      <p:sp>
        <p:nvSpPr>
          <p:cNvPr id="643" name="Google Shape;643;p59"/>
          <p:cNvSpPr txBox="1">
            <a:spLocks noGrp="1"/>
          </p:cNvSpPr>
          <p:nvPr>
            <p:ph type="body" idx="4"/>
          </p:nvPr>
        </p:nvSpPr>
        <p:spPr>
          <a:xfrm>
            <a:off x="6543600" y="2617825"/>
            <a:ext cx="2351400" cy="22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Setting the right </a:t>
            </a:r>
            <a:r>
              <a:rPr lang="en-GB" b="1">
                <a:latin typeface="Sora"/>
                <a:ea typeface="Sora"/>
                <a:cs typeface="Sora"/>
                <a:sym typeface="Sora"/>
              </a:rPr>
              <a:t>Hyperparameters</a:t>
            </a:r>
            <a:r>
              <a:rPr lang="en-GB"/>
              <a:t> is essential. This includes optimizing learning rates, discount factors, and exploration noise levels, which directly impact the performance of DDPG.</a:t>
            </a:r>
            <a:endParaRPr/>
          </a:p>
        </p:txBody>
      </p:sp>
      <p:pic>
        <p:nvPicPr>
          <p:cNvPr id="644" name="Google Shape;644;p59"/>
          <p:cNvPicPr preferRelativeResize="0">
            <a:picLocks noGrp="1"/>
          </p:cNvPicPr>
          <p:nvPr>
            <p:ph type="pic" idx="5"/>
          </p:nvPr>
        </p:nvPicPr>
        <p:blipFill rotWithShape="1">
          <a:blip r:embed="rId3">
            <a:alphaModFix/>
          </a:blip>
          <a:srcRect l="8389" r="8381"/>
          <a:stretch/>
        </p:blipFill>
        <p:spPr>
          <a:xfrm>
            <a:off x="3466525" y="0"/>
            <a:ext cx="2849400" cy="1711800"/>
          </a:xfrm>
          <a:prstGeom prst="rect">
            <a:avLst/>
          </a:prstGeom>
        </p:spPr>
      </p:pic>
      <p:pic>
        <p:nvPicPr>
          <p:cNvPr id="645" name="Google Shape;645;p59"/>
          <p:cNvPicPr preferRelativeResize="0">
            <a:picLocks noGrp="1"/>
          </p:cNvPicPr>
          <p:nvPr>
            <p:ph type="pic" idx="6"/>
          </p:nvPr>
        </p:nvPicPr>
        <p:blipFill rotWithShape="1">
          <a:blip r:embed="rId4">
            <a:alphaModFix/>
          </a:blip>
          <a:srcRect l="8389" r="8381"/>
          <a:stretch/>
        </p:blipFill>
        <p:spPr>
          <a:xfrm>
            <a:off x="6315925" y="150"/>
            <a:ext cx="2849400" cy="1711800"/>
          </a:xfrm>
          <a:prstGeom prst="rect">
            <a:avLst/>
          </a:prstGeom>
        </p:spPr>
      </p:pic>
      <p:sp>
        <p:nvSpPr>
          <p:cNvPr id="646" name="Google Shape;646;p59"/>
          <p:cNvSpPr txBox="1">
            <a:spLocks noGrp="1"/>
          </p:cNvSpPr>
          <p:nvPr>
            <p:ph type="title"/>
          </p:nvPr>
        </p:nvSpPr>
        <p:spPr>
          <a:xfrm>
            <a:off x="370800" y="417600"/>
            <a:ext cx="27492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Initialization of Networks and Parameters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0"/>
          <p:cNvSpPr txBox="1">
            <a:spLocks noGrp="1"/>
          </p:cNvSpPr>
          <p:nvPr>
            <p:ph type="subTitle" idx="1"/>
          </p:nvPr>
        </p:nvSpPr>
        <p:spPr>
          <a:xfrm>
            <a:off x="3694200" y="1941750"/>
            <a:ext cx="23514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 Action Selection</a:t>
            </a:r>
            <a:endParaRPr/>
          </a:p>
        </p:txBody>
      </p:sp>
      <p:sp>
        <p:nvSpPr>
          <p:cNvPr id="652" name="Google Shape;652;p60"/>
          <p:cNvSpPr txBox="1">
            <a:spLocks noGrp="1"/>
          </p:cNvSpPr>
          <p:nvPr>
            <p:ph type="body" idx="2"/>
          </p:nvPr>
        </p:nvSpPr>
        <p:spPr>
          <a:xfrm>
            <a:off x="3694200" y="2617825"/>
            <a:ext cx="2351400" cy="22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Effective action selection and exploration are crucial in DDPG. One strategy is to add </a:t>
            </a:r>
            <a:r>
              <a:rPr lang="en-GB" b="1">
                <a:latin typeface="Sora"/>
                <a:ea typeface="Sora"/>
                <a:cs typeface="Sora"/>
                <a:sym typeface="Sora"/>
              </a:rPr>
              <a:t>Exploration Noise</a:t>
            </a:r>
            <a:r>
              <a:rPr lang="en-GB"/>
              <a:t> (e.g., Ornstein-Uhlenbeck process) to the actor's output to encourage exploration of the action space.</a:t>
            </a:r>
            <a:endParaRPr/>
          </a:p>
        </p:txBody>
      </p:sp>
      <p:sp>
        <p:nvSpPr>
          <p:cNvPr id="653" name="Google Shape;653;p60"/>
          <p:cNvSpPr txBox="1">
            <a:spLocks noGrp="1"/>
          </p:cNvSpPr>
          <p:nvPr>
            <p:ph type="subTitle" idx="3"/>
          </p:nvPr>
        </p:nvSpPr>
        <p:spPr>
          <a:xfrm>
            <a:off x="6543600" y="1941750"/>
            <a:ext cx="23514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Balancing Exploration and Exploitation</a:t>
            </a:r>
            <a:endParaRPr/>
          </a:p>
        </p:txBody>
      </p:sp>
      <p:sp>
        <p:nvSpPr>
          <p:cNvPr id="654" name="Google Shape;654;p60"/>
          <p:cNvSpPr txBox="1">
            <a:spLocks noGrp="1"/>
          </p:cNvSpPr>
          <p:nvPr>
            <p:ph type="body" idx="4"/>
          </p:nvPr>
        </p:nvSpPr>
        <p:spPr>
          <a:xfrm>
            <a:off x="6543600" y="2617825"/>
            <a:ext cx="2351400" cy="22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It is important to balance exploration and exploitation. Encourage audience interaction by discussing potential methods for exploration, which can lead to a deeper understanding of DDPG.</a:t>
            </a:r>
            <a:endParaRPr/>
          </a:p>
        </p:txBody>
      </p:sp>
      <p:pic>
        <p:nvPicPr>
          <p:cNvPr id="655" name="Google Shape;655;p60"/>
          <p:cNvPicPr preferRelativeResize="0">
            <a:picLocks noGrp="1"/>
          </p:cNvPicPr>
          <p:nvPr>
            <p:ph type="pic" idx="5"/>
          </p:nvPr>
        </p:nvPicPr>
        <p:blipFill rotWithShape="1">
          <a:blip r:embed="rId3">
            <a:alphaModFix/>
          </a:blip>
          <a:srcRect l="8389" r="8381"/>
          <a:stretch/>
        </p:blipFill>
        <p:spPr>
          <a:xfrm>
            <a:off x="3466525" y="0"/>
            <a:ext cx="2849400" cy="1711800"/>
          </a:xfrm>
          <a:prstGeom prst="rect">
            <a:avLst/>
          </a:prstGeom>
        </p:spPr>
      </p:pic>
      <p:pic>
        <p:nvPicPr>
          <p:cNvPr id="656" name="Google Shape;656;p60"/>
          <p:cNvPicPr preferRelativeResize="0">
            <a:picLocks noGrp="1"/>
          </p:cNvPicPr>
          <p:nvPr>
            <p:ph type="pic" idx="6"/>
          </p:nvPr>
        </p:nvPicPr>
        <p:blipFill rotWithShape="1">
          <a:blip r:embed="rId4">
            <a:alphaModFix/>
          </a:blip>
          <a:srcRect l="8389" r="8381"/>
          <a:stretch/>
        </p:blipFill>
        <p:spPr>
          <a:xfrm>
            <a:off x="6315925" y="150"/>
            <a:ext cx="2849400" cy="1711800"/>
          </a:xfrm>
          <a:prstGeom prst="rect">
            <a:avLst/>
          </a:prstGeom>
        </p:spPr>
      </p:pic>
      <p:sp>
        <p:nvSpPr>
          <p:cNvPr id="657" name="Google Shape;657;p60"/>
          <p:cNvSpPr txBox="1">
            <a:spLocks noGrp="1"/>
          </p:cNvSpPr>
          <p:nvPr>
            <p:ph type="title"/>
          </p:nvPr>
        </p:nvSpPr>
        <p:spPr>
          <a:xfrm>
            <a:off x="370800" y="417600"/>
            <a:ext cx="27492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Action Selection and Exploration Strategy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1"/>
          <p:cNvSpPr txBox="1">
            <a:spLocks noGrp="1"/>
          </p:cNvSpPr>
          <p:nvPr>
            <p:ph type="subTitle" idx="1"/>
          </p:nvPr>
        </p:nvSpPr>
        <p:spPr>
          <a:xfrm>
            <a:off x="3694200" y="1941750"/>
            <a:ext cx="23514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Updating Networks</a:t>
            </a:r>
            <a:endParaRPr/>
          </a:p>
        </p:txBody>
      </p:sp>
      <p:sp>
        <p:nvSpPr>
          <p:cNvPr id="663" name="Google Shape;663;p61"/>
          <p:cNvSpPr txBox="1">
            <a:spLocks noGrp="1"/>
          </p:cNvSpPr>
          <p:nvPr>
            <p:ph type="body" idx="2"/>
          </p:nvPr>
        </p:nvSpPr>
        <p:spPr>
          <a:xfrm>
            <a:off x="3694200" y="2617825"/>
            <a:ext cx="2351400" cy="22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The update process for the actor and critic networks involves two main updates: </a:t>
            </a:r>
            <a:r>
              <a:rPr lang="en-GB" b="1">
                <a:latin typeface="Sora"/>
                <a:ea typeface="Sora"/>
                <a:cs typeface="Sora"/>
                <a:sym typeface="Sora"/>
              </a:rPr>
              <a:t>Critic Update</a:t>
            </a:r>
            <a:r>
              <a:rPr lang="en-GB"/>
              <a:t>, which uses gradient descent to minimize the loss between predicted and target Q values, and </a:t>
            </a:r>
            <a:r>
              <a:rPr lang="en-GB" b="1">
                <a:latin typeface="Sora"/>
                <a:ea typeface="Sora"/>
                <a:cs typeface="Sora"/>
                <a:sym typeface="Sora"/>
              </a:rPr>
              <a:t>Actor Update</a:t>
            </a:r>
            <a:r>
              <a:rPr lang="en-GB"/>
              <a:t>, which utilizes policy gradient ascent to maximize the expected return based on the critic's evaluation.</a:t>
            </a:r>
            <a:endParaRPr/>
          </a:p>
        </p:txBody>
      </p:sp>
      <p:sp>
        <p:nvSpPr>
          <p:cNvPr id="664" name="Google Shape;664;p61"/>
          <p:cNvSpPr txBox="1">
            <a:spLocks noGrp="1"/>
          </p:cNvSpPr>
          <p:nvPr>
            <p:ph type="subTitle" idx="3"/>
          </p:nvPr>
        </p:nvSpPr>
        <p:spPr>
          <a:xfrm>
            <a:off x="6543600" y="1941750"/>
            <a:ext cx="23514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Encouraging Questions</a:t>
            </a:r>
            <a:endParaRPr/>
          </a:p>
        </p:txBody>
      </p:sp>
      <p:sp>
        <p:nvSpPr>
          <p:cNvPr id="665" name="Google Shape;665;p61"/>
          <p:cNvSpPr txBox="1">
            <a:spLocks noGrp="1"/>
          </p:cNvSpPr>
          <p:nvPr>
            <p:ph type="body" idx="4"/>
          </p:nvPr>
        </p:nvSpPr>
        <p:spPr>
          <a:xfrm>
            <a:off x="6543600" y="2617825"/>
            <a:ext cx="2351400" cy="22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Inviting questions about the mathematical foundations and practical implications of these updates can enhance audience engagement and understanding.</a:t>
            </a:r>
            <a:endParaRPr/>
          </a:p>
        </p:txBody>
      </p:sp>
      <p:pic>
        <p:nvPicPr>
          <p:cNvPr id="666" name="Google Shape;666;p61"/>
          <p:cNvPicPr preferRelativeResize="0">
            <a:picLocks noGrp="1"/>
          </p:cNvPicPr>
          <p:nvPr>
            <p:ph type="pic" idx="5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6525" y="351149"/>
            <a:ext cx="2849399" cy="1009501"/>
          </a:xfrm>
          <a:prstGeom prst="rect">
            <a:avLst/>
          </a:prstGeom>
        </p:spPr>
      </p:pic>
      <p:pic>
        <p:nvPicPr>
          <p:cNvPr id="667" name="Google Shape;667;p61"/>
          <p:cNvPicPr preferRelativeResize="0">
            <a:picLocks noGrp="1"/>
          </p:cNvPicPr>
          <p:nvPr>
            <p:ph type="pic" idx="6"/>
          </p:nvPr>
        </p:nvPicPr>
        <p:blipFill rotWithShape="1">
          <a:blip r:embed="rId4">
            <a:alphaModFix/>
          </a:blip>
          <a:srcRect l="8389" r="8381"/>
          <a:stretch/>
        </p:blipFill>
        <p:spPr>
          <a:xfrm>
            <a:off x="6315925" y="150"/>
            <a:ext cx="2849400" cy="1711800"/>
          </a:xfrm>
          <a:prstGeom prst="rect">
            <a:avLst/>
          </a:prstGeom>
        </p:spPr>
      </p:pic>
      <p:sp>
        <p:nvSpPr>
          <p:cNvPr id="668" name="Google Shape;668;p61"/>
          <p:cNvSpPr txBox="1">
            <a:spLocks noGrp="1"/>
          </p:cNvSpPr>
          <p:nvPr>
            <p:ph type="title"/>
          </p:nvPr>
        </p:nvSpPr>
        <p:spPr>
          <a:xfrm>
            <a:off x="370800" y="417600"/>
            <a:ext cx="27492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Critic and Actor Network Updates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6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8637" b="18631"/>
          <a:stretch/>
        </p:blipFill>
        <p:spPr>
          <a:xfrm>
            <a:off x="5043600" y="0"/>
            <a:ext cx="4100400" cy="5144400"/>
          </a:xfrm>
          <a:prstGeom prst="rect">
            <a:avLst/>
          </a:prstGeom>
        </p:spPr>
      </p:pic>
      <p:sp>
        <p:nvSpPr>
          <p:cNvPr id="674" name="Google Shape;674;p62"/>
          <p:cNvSpPr txBox="1">
            <a:spLocks noGrp="1"/>
          </p:cNvSpPr>
          <p:nvPr>
            <p:ph type="title"/>
          </p:nvPr>
        </p:nvSpPr>
        <p:spPr>
          <a:xfrm>
            <a:off x="370800" y="417600"/>
            <a:ext cx="42840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Twin Delayed Deep Deterministic Policy Gradient (TD3)</a:t>
            </a:r>
            <a:endParaRPr/>
          </a:p>
        </p:txBody>
      </p:sp>
      <p:sp>
        <p:nvSpPr>
          <p:cNvPr id="675" name="Google Shape;675;p62"/>
          <p:cNvSpPr txBox="1">
            <a:spLocks noGrp="1"/>
          </p:cNvSpPr>
          <p:nvPr>
            <p:ph type="body" idx="1"/>
          </p:nvPr>
        </p:nvSpPr>
        <p:spPr>
          <a:xfrm>
            <a:off x="370800" y="1274400"/>
            <a:ext cx="4284000" cy="34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Introduction to TD3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TD3 is an evolution of DDPG that addresses some of its limitations, enhancing stability and performance.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Relevance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Robustness</a:t>
            </a:r>
            <a:r>
              <a:rPr lang="en-GB"/>
              <a:t>: TD3 improves learning efficiency and reduces variance, making it more reliable in practice.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0" name="Google Shape;680;p6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726" b="7735"/>
          <a:stretch/>
        </p:blipFill>
        <p:spPr>
          <a:xfrm>
            <a:off x="0" y="0"/>
            <a:ext cx="3042000" cy="5143500"/>
          </a:xfrm>
          <a:prstGeom prst="rect">
            <a:avLst/>
          </a:prstGeom>
        </p:spPr>
      </p:pic>
      <p:sp>
        <p:nvSpPr>
          <p:cNvPr id="681" name="Google Shape;681;p63"/>
          <p:cNvSpPr txBox="1">
            <a:spLocks noGrp="1"/>
          </p:cNvSpPr>
          <p:nvPr>
            <p:ph type="title"/>
          </p:nvPr>
        </p:nvSpPr>
        <p:spPr>
          <a:xfrm>
            <a:off x="3482150" y="359550"/>
            <a:ext cx="51357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Improvements Over DDPG</a:t>
            </a:r>
            <a:endParaRPr/>
          </a:p>
        </p:txBody>
      </p:sp>
      <p:sp>
        <p:nvSpPr>
          <p:cNvPr id="682" name="Google Shape;682;p63"/>
          <p:cNvSpPr txBox="1">
            <a:spLocks noGrp="1"/>
          </p:cNvSpPr>
          <p:nvPr>
            <p:ph type="body" idx="1"/>
          </p:nvPr>
        </p:nvSpPr>
        <p:spPr>
          <a:xfrm>
            <a:off x="3482150" y="1057950"/>
            <a:ext cx="51357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Specific Enhancements: TD3 offers several improvements over DDPG: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Double Q-Learning</a:t>
            </a:r>
            <a:r>
              <a:rPr lang="en-GB"/>
              <a:t>: Reduces overestimation bias by using two critic networks.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Target Policy Smoothing</a:t>
            </a:r>
            <a:r>
              <a:rPr lang="en-GB"/>
              <a:t>: Adds noise to the target policy to improve stability during updates.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6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726" b="7735"/>
          <a:stretch/>
        </p:blipFill>
        <p:spPr>
          <a:xfrm>
            <a:off x="0" y="0"/>
            <a:ext cx="3042000" cy="5143500"/>
          </a:xfrm>
          <a:prstGeom prst="rect">
            <a:avLst/>
          </a:prstGeom>
        </p:spPr>
      </p:pic>
      <p:sp>
        <p:nvSpPr>
          <p:cNvPr id="688" name="Google Shape;688;p64"/>
          <p:cNvSpPr txBox="1">
            <a:spLocks noGrp="1"/>
          </p:cNvSpPr>
          <p:nvPr>
            <p:ph type="title"/>
          </p:nvPr>
        </p:nvSpPr>
        <p:spPr>
          <a:xfrm>
            <a:off x="3482150" y="359550"/>
            <a:ext cx="51357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TD3 Algorithm</a:t>
            </a:r>
            <a:endParaRPr/>
          </a:p>
        </p:txBody>
      </p:sp>
      <p:sp>
        <p:nvSpPr>
          <p:cNvPr id="689" name="Google Shape;689;p64"/>
          <p:cNvSpPr txBox="1">
            <a:spLocks noGrp="1"/>
          </p:cNvSpPr>
          <p:nvPr>
            <p:ph type="body" idx="1"/>
          </p:nvPr>
        </p:nvSpPr>
        <p:spPr>
          <a:xfrm>
            <a:off x="3482150" y="1057950"/>
            <a:ext cx="51357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Unique Aspects: The TD3 algorithm builds on DDPG with its unique features: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Two Critic Networks</a:t>
            </a:r>
            <a:r>
              <a:rPr lang="en-GB"/>
              <a:t>: Use two separate critic networks to mitigate overestimation.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Delayed Updates</a:t>
            </a:r>
            <a:r>
              <a:rPr lang="en-GB"/>
              <a:t>: Update the actor network less frequently than the critic networks to enhance stability.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4" name="Google Shape;694;p6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589075" y="1588700"/>
            <a:ext cx="3555000" cy="3555000"/>
          </a:xfrm>
          <a:prstGeom prst="rect">
            <a:avLst/>
          </a:prstGeom>
        </p:spPr>
      </p:pic>
      <p:sp>
        <p:nvSpPr>
          <p:cNvPr id="695" name="Google Shape;695;p65"/>
          <p:cNvSpPr txBox="1">
            <a:spLocks noGrp="1"/>
          </p:cNvSpPr>
          <p:nvPr>
            <p:ph type="title"/>
          </p:nvPr>
        </p:nvSpPr>
        <p:spPr>
          <a:xfrm>
            <a:off x="447075" y="359550"/>
            <a:ext cx="46620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Unique Aspects of TD3 Compared to DDPG</a:t>
            </a:r>
            <a:endParaRPr/>
          </a:p>
        </p:txBody>
      </p:sp>
      <p:sp>
        <p:nvSpPr>
          <p:cNvPr id="696" name="Google Shape;696;p65"/>
          <p:cNvSpPr txBox="1">
            <a:spLocks noGrp="1"/>
          </p:cNvSpPr>
          <p:nvPr>
            <p:ph type="body" idx="1"/>
          </p:nvPr>
        </p:nvSpPr>
        <p:spPr>
          <a:xfrm>
            <a:off x="447075" y="1057950"/>
            <a:ext cx="46620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Advantages</a:t>
            </a:r>
            <a:r>
              <a:rPr lang="en-GB"/>
              <a:t>: How do the improvements in TD3 contribute to better performance in continuous action tasks?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Considerations</a:t>
            </a:r>
            <a:r>
              <a:rPr lang="en-GB"/>
              <a:t>: What challenges might still exist despite these enhancements?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6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726" b="7735"/>
          <a:stretch/>
        </p:blipFill>
        <p:spPr>
          <a:xfrm>
            <a:off x="0" y="0"/>
            <a:ext cx="3042000" cy="5143500"/>
          </a:xfrm>
          <a:prstGeom prst="rect">
            <a:avLst/>
          </a:prstGeom>
        </p:spPr>
      </p:pic>
      <p:sp>
        <p:nvSpPr>
          <p:cNvPr id="702" name="Google Shape;702;p66"/>
          <p:cNvSpPr txBox="1">
            <a:spLocks noGrp="1"/>
          </p:cNvSpPr>
          <p:nvPr>
            <p:ph type="title"/>
          </p:nvPr>
        </p:nvSpPr>
        <p:spPr>
          <a:xfrm>
            <a:off x="3482150" y="359550"/>
            <a:ext cx="51357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 Actor-Critic (SAC)</a:t>
            </a:r>
            <a:endParaRPr/>
          </a:p>
        </p:txBody>
      </p:sp>
      <p:sp>
        <p:nvSpPr>
          <p:cNvPr id="703" name="Google Shape;703;p66"/>
          <p:cNvSpPr txBox="1">
            <a:spLocks noGrp="1"/>
          </p:cNvSpPr>
          <p:nvPr>
            <p:ph type="body" idx="1"/>
          </p:nvPr>
        </p:nvSpPr>
        <p:spPr>
          <a:xfrm>
            <a:off x="3482150" y="1057950"/>
            <a:ext cx="51357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SAC is another advanced actor-critic method that incorporates innovative approaches to reinforcement learning.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Emphasis on Exploration</a:t>
            </a:r>
            <a:r>
              <a:rPr lang="en-GB"/>
              <a:t>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Entropy Regularization</a:t>
            </a:r>
            <a:r>
              <a:rPr lang="en-GB"/>
              <a:t>: SAC uses an entropy term in its objective function to encourage exploration.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8" name="Google Shape;708;p6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589075" y="1588700"/>
            <a:ext cx="3555000" cy="3555000"/>
          </a:xfrm>
          <a:prstGeom prst="rect">
            <a:avLst/>
          </a:prstGeom>
        </p:spPr>
      </p:pic>
      <p:sp>
        <p:nvSpPr>
          <p:cNvPr id="709" name="Google Shape;709;p67"/>
          <p:cNvSpPr txBox="1">
            <a:spLocks noGrp="1"/>
          </p:cNvSpPr>
          <p:nvPr>
            <p:ph type="title"/>
          </p:nvPr>
        </p:nvSpPr>
        <p:spPr>
          <a:xfrm>
            <a:off x="447075" y="359550"/>
            <a:ext cx="46620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of Entropy in the Objective Function</a:t>
            </a:r>
            <a:endParaRPr/>
          </a:p>
        </p:txBody>
      </p:sp>
      <p:sp>
        <p:nvSpPr>
          <p:cNvPr id="710" name="Google Shape;710;p67"/>
          <p:cNvSpPr txBox="1">
            <a:spLocks noGrp="1"/>
          </p:cNvSpPr>
          <p:nvPr>
            <p:ph type="body" idx="1"/>
          </p:nvPr>
        </p:nvSpPr>
        <p:spPr>
          <a:xfrm>
            <a:off x="447075" y="1057950"/>
            <a:ext cx="46620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Balancing Exploration and Exploitation: The role of entropy in SAC's objective function is crucial: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Encouraging Exploration</a:t>
            </a:r>
            <a:r>
              <a:rPr lang="en-GB"/>
              <a:t>: The entropy term promotes diverse action selection, preventing premature convergence to suboptimal policies.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Improving Learning Dynamics</a:t>
            </a:r>
            <a:r>
              <a:rPr lang="en-GB"/>
              <a:t>: This balance enhances the overall learning process.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6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589075" y="1588700"/>
            <a:ext cx="3555000" cy="3555000"/>
          </a:xfrm>
          <a:prstGeom prst="rect">
            <a:avLst/>
          </a:prstGeom>
        </p:spPr>
      </p:pic>
      <p:sp>
        <p:nvSpPr>
          <p:cNvPr id="716" name="Google Shape;716;p68"/>
          <p:cNvSpPr txBox="1">
            <a:spLocks noGrp="1"/>
          </p:cNvSpPr>
          <p:nvPr>
            <p:ph type="title"/>
          </p:nvPr>
        </p:nvSpPr>
        <p:spPr>
          <a:xfrm>
            <a:off x="447075" y="359550"/>
            <a:ext cx="46620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Components of SAC</a:t>
            </a:r>
            <a:endParaRPr/>
          </a:p>
        </p:txBody>
      </p:sp>
      <p:sp>
        <p:nvSpPr>
          <p:cNvPr id="717" name="Google Shape;717;p68"/>
          <p:cNvSpPr txBox="1">
            <a:spLocks noGrp="1"/>
          </p:cNvSpPr>
          <p:nvPr>
            <p:ph type="body" idx="1"/>
          </p:nvPr>
        </p:nvSpPr>
        <p:spPr>
          <a:xfrm>
            <a:off x="447075" y="1057950"/>
            <a:ext cx="46620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Components Breakdown: Understanding SAC involves familiarizing oneself with its core components: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Actor Network</a:t>
            </a:r>
            <a:r>
              <a:rPr lang="en-GB"/>
              <a:t>: Generates actions while considering the entropy term.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Critic Network</a:t>
            </a:r>
            <a:r>
              <a:rPr lang="en-GB"/>
              <a:t>: Evaluates actions based on the Q function, similar to DDPG but with added complexity.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6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589075" y="1588700"/>
            <a:ext cx="3555000" cy="3555000"/>
          </a:xfrm>
          <a:prstGeom prst="rect">
            <a:avLst/>
          </a:prstGeom>
        </p:spPr>
      </p:pic>
      <p:sp>
        <p:nvSpPr>
          <p:cNvPr id="723" name="Google Shape;723;p69"/>
          <p:cNvSpPr txBox="1">
            <a:spLocks noGrp="1"/>
          </p:cNvSpPr>
          <p:nvPr>
            <p:ph type="title"/>
          </p:nvPr>
        </p:nvSpPr>
        <p:spPr>
          <a:xfrm>
            <a:off x="447075" y="359550"/>
            <a:ext cx="46620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Actor and Critic Roles in SAC</a:t>
            </a:r>
            <a:endParaRPr/>
          </a:p>
        </p:txBody>
      </p:sp>
      <p:sp>
        <p:nvSpPr>
          <p:cNvPr id="724" name="Google Shape;724;p69"/>
          <p:cNvSpPr txBox="1">
            <a:spLocks noGrp="1"/>
          </p:cNvSpPr>
          <p:nvPr>
            <p:ph type="body" idx="1"/>
          </p:nvPr>
        </p:nvSpPr>
        <p:spPr>
          <a:xfrm>
            <a:off x="447075" y="1057950"/>
            <a:ext cx="46620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Distinct Roles: The actor and critic in SAC have specific roles: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Actor</a:t>
            </a:r>
            <a:r>
              <a:rPr lang="en-GB"/>
              <a:t>: Focuses on generating actions that maximize expected returns while maintaining exploration.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Critic</a:t>
            </a:r>
            <a:r>
              <a:rPr lang="en-GB"/>
              <a:t>: Evaluates the quality of actions and guides the actor's learning process.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7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589075" y="1588700"/>
            <a:ext cx="3555000" cy="3555000"/>
          </a:xfrm>
          <a:prstGeom prst="rect">
            <a:avLst/>
          </a:prstGeom>
        </p:spPr>
      </p:pic>
      <p:sp>
        <p:nvSpPr>
          <p:cNvPr id="730" name="Google Shape;730;p70"/>
          <p:cNvSpPr txBox="1">
            <a:spLocks noGrp="1"/>
          </p:cNvSpPr>
          <p:nvPr>
            <p:ph type="title"/>
          </p:nvPr>
        </p:nvSpPr>
        <p:spPr>
          <a:xfrm>
            <a:off x="447075" y="359550"/>
            <a:ext cx="46620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Importance of Entropy Term</a:t>
            </a:r>
            <a:endParaRPr/>
          </a:p>
        </p:txBody>
      </p:sp>
      <p:sp>
        <p:nvSpPr>
          <p:cNvPr id="731" name="Google Shape;731;p70"/>
          <p:cNvSpPr txBox="1">
            <a:spLocks noGrp="1"/>
          </p:cNvSpPr>
          <p:nvPr>
            <p:ph type="body" idx="1"/>
          </p:nvPr>
        </p:nvSpPr>
        <p:spPr>
          <a:xfrm>
            <a:off x="447075" y="1057950"/>
            <a:ext cx="46620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Influencing Learning Dynamics: The significance of the entropy term in SAC cannot be overstated: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Exploration Encouragement</a:t>
            </a:r>
            <a:r>
              <a:rPr lang="en-GB"/>
              <a:t>: It helps maintain a balance between exploring new actions and exploiting known rewarding actions.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Robust Learning</a:t>
            </a:r>
            <a:r>
              <a:rPr lang="en-GB"/>
              <a:t>: This dynamic allows SAC to adapt more effectively to complex environments.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7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589075" y="1588700"/>
            <a:ext cx="3555000" cy="3555000"/>
          </a:xfrm>
          <a:prstGeom prst="rect">
            <a:avLst/>
          </a:prstGeom>
        </p:spPr>
      </p:pic>
      <p:sp>
        <p:nvSpPr>
          <p:cNvPr id="737" name="Google Shape;737;p71"/>
          <p:cNvSpPr txBox="1">
            <a:spLocks noGrp="1"/>
          </p:cNvSpPr>
          <p:nvPr>
            <p:ph type="title"/>
          </p:nvPr>
        </p:nvSpPr>
        <p:spPr>
          <a:xfrm>
            <a:off x="447075" y="359550"/>
            <a:ext cx="46620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SAC Algorithm Steps</a:t>
            </a:r>
            <a:endParaRPr/>
          </a:p>
        </p:txBody>
      </p:sp>
      <p:sp>
        <p:nvSpPr>
          <p:cNvPr id="738" name="Google Shape;738;p71"/>
          <p:cNvSpPr txBox="1">
            <a:spLocks noGrp="1"/>
          </p:cNvSpPr>
          <p:nvPr>
            <p:ph type="body" idx="1"/>
          </p:nvPr>
        </p:nvSpPr>
        <p:spPr>
          <a:xfrm>
            <a:off x="447075" y="1057950"/>
            <a:ext cx="46620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Detailed Explanation: The SAC algorithm follows a structured process: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Initialize networks</a:t>
            </a:r>
            <a:r>
              <a:rPr lang="en-GB"/>
              <a:t>: Set up the actor and critic networks with appropriate architectures.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Collect experience</a:t>
            </a:r>
            <a:r>
              <a:rPr lang="en-GB"/>
              <a:t>: Interact with the environment and gather data.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Update networks</a:t>
            </a:r>
            <a:r>
              <a:rPr lang="en-GB"/>
              <a:t>: Use experiences to update both the actor and critic networks.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b="1">
                <a:latin typeface="Sora"/>
                <a:ea typeface="Sora"/>
                <a:cs typeface="Sora"/>
                <a:sym typeface="Sora"/>
              </a:rPr>
              <a:t>Repeat</a:t>
            </a:r>
            <a:r>
              <a:rPr lang="en-GB"/>
              <a:t>: Continue the process until convergence.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Encouraging Engagement: Encourage audience engagement by asking questions about the algorithm's steps and their implications.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2"/>
          <p:cNvSpPr txBox="1">
            <a:spLocks noGrp="1"/>
          </p:cNvSpPr>
          <p:nvPr>
            <p:ph type="subTitle" idx="1"/>
          </p:nvPr>
        </p:nvSpPr>
        <p:spPr>
          <a:xfrm>
            <a:off x="3694200" y="1941750"/>
            <a:ext cx="23514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Exploration vs. Determinism</a:t>
            </a:r>
            <a:endParaRPr/>
          </a:p>
        </p:txBody>
      </p:sp>
      <p:sp>
        <p:nvSpPr>
          <p:cNvPr id="744" name="Google Shape;744;p72"/>
          <p:cNvSpPr txBox="1">
            <a:spLocks noGrp="1"/>
          </p:cNvSpPr>
          <p:nvPr>
            <p:ph type="body" idx="2"/>
          </p:nvPr>
        </p:nvSpPr>
        <p:spPr>
          <a:xfrm>
            <a:off x="3694200" y="2617825"/>
            <a:ext cx="2351400" cy="22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In conclusion, contrasting SAC with deterministic methods like DDPG and TD3 reveals significant differences: </a:t>
            </a:r>
            <a:r>
              <a:rPr lang="en-GB" b="1">
                <a:latin typeface="Sora"/>
                <a:ea typeface="Sora"/>
                <a:cs typeface="Sora"/>
                <a:sym typeface="Sora"/>
              </a:rPr>
              <a:t>SAC's</a:t>
            </a:r>
            <a:r>
              <a:rPr lang="en-GB"/>
              <a:t> emphasis on </a:t>
            </a:r>
            <a:r>
              <a:rPr lang="en-GB" b="1">
                <a:latin typeface="Sora"/>
                <a:ea typeface="Sora"/>
                <a:cs typeface="Sora"/>
                <a:sym typeface="Sora"/>
              </a:rPr>
              <a:t>exploration</a:t>
            </a:r>
            <a:r>
              <a:rPr lang="en-GB"/>
              <a:t> through </a:t>
            </a:r>
            <a:r>
              <a:rPr lang="en-GB" b="1">
                <a:latin typeface="Sora"/>
                <a:ea typeface="Sora"/>
                <a:cs typeface="Sora"/>
                <a:sym typeface="Sora"/>
              </a:rPr>
              <a:t>entropy</a:t>
            </a:r>
            <a:r>
              <a:rPr lang="en-GB"/>
              <a:t> contrasts with the </a:t>
            </a:r>
            <a:r>
              <a:rPr lang="en-GB" b="1">
                <a:latin typeface="Sora"/>
                <a:ea typeface="Sora"/>
                <a:cs typeface="Sora"/>
                <a:sym typeface="Sora"/>
              </a:rPr>
              <a:t>deterministic</a:t>
            </a:r>
            <a:r>
              <a:rPr lang="en-GB"/>
              <a:t> nature of </a:t>
            </a:r>
            <a:r>
              <a:rPr lang="en-GB" b="1">
                <a:latin typeface="Sora"/>
                <a:ea typeface="Sora"/>
                <a:cs typeface="Sora"/>
                <a:sym typeface="Sora"/>
              </a:rPr>
              <a:t>DDPG</a:t>
            </a:r>
            <a:r>
              <a:rPr lang="en-GB"/>
              <a:t> and </a:t>
            </a:r>
            <a:r>
              <a:rPr lang="en-GB" b="1">
                <a:latin typeface="Sora"/>
                <a:ea typeface="Sora"/>
                <a:cs typeface="Sora"/>
                <a:sym typeface="Sora"/>
              </a:rPr>
              <a:t>TD3</a:t>
            </a:r>
            <a:r>
              <a:rPr lang="en-GB"/>
              <a:t>.</a:t>
            </a:r>
            <a:endParaRPr/>
          </a:p>
        </p:txBody>
      </p:sp>
      <p:sp>
        <p:nvSpPr>
          <p:cNvPr id="745" name="Google Shape;745;p72"/>
          <p:cNvSpPr txBox="1">
            <a:spLocks noGrp="1"/>
          </p:cNvSpPr>
          <p:nvPr>
            <p:ph type="subTitle" idx="3"/>
          </p:nvPr>
        </p:nvSpPr>
        <p:spPr>
          <a:xfrm>
            <a:off x="6543600" y="1941750"/>
            <a:ext cx="23514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Implications and Audience Reflections</a:t>
            </a:r>
            <a:endParaRPr/>
          </a:p>
        </p:txBody>
      </p:sp>
      <p:sp>
        <p:nvSpPr>
          <p:cNvPr id="746" name="Google Shape;746;p72"/>
          <p:cNvSpPr txBox="1">
            <a:spLocks noGrp="1"/>
          </p:cNvSpPr>
          <p:nvPr>
            <p:ph type="body" idx="4"/>
          </p:nvPr>
        </p:nvSpPr>
        <p:spPr>
          <a:xfrm>
            <a:off x="6543600" y="2617825"/>
            <a:ext cx="2351400" cy="22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the potential </a:t>
            </a:r>
            <a:r>
              <a:rPr lang="en-GB" b="1">
                <a:latin typeface="Sora"/>
                <a:ea typeface="Sora"/>
                <a:cs typeface="Sora"/>
                <a:sym typeface="Sora"/>
              </a:rPr>
              <a:t>advantages</a:t>
            </a:r>
            <a:r>
              <a:rPr lang="en-GB"/>
              <a:t> and </a:t>
            </a:r>
            <a:r>
              <a:rPr lang="en-GB" b="1">
                <a:latin typeface="Sora"/>
                <a:ea typeface="Sora"/>
                <a:cs typeface="Sora"/>
                <a:sym typeface="Sora"/>
              </a:rPr>
              <a:t>disadvantages</a:t>
            </a:r>
            <a:r>
              <a:rPr lang="en-GB"/>
              <a:t> of each approach in various applications. </a:t>
            </a:r>
            <a:endParaRPr/>
          </a:p>
        </p:txBody>
      </p:sp>
      <p:pic>
        <p:nvPicPr>
          <p:cNvPr id="747" name="Google Shape;747;p72"/>
          <p:cNvPicPr preferRelativeResize="0">
            <a:picLocks noGrp="1"/>
          </p:cNvPicPr>
          <p:nvPr>
            <p:ph type="pic" idx="5"/>
          </p:nvPr>
        </p:nvPicPr>
        <p:blipFill rotWithShape="1">
          <a:blip r:embed="rId3">
            <a:alphaModFix/>
          </a:blip>
          <a:srcRect l="8389" r="8381"/>
          <a:stretch/>
        </p:blipFill>
        <p:spPr>
          <a:xfrm>
            <a:off x="3466525" y="0"/>
            <a:ext cx="2849400" cy="1711800"/>
          </a:xfrm>
          <a:prstGeom prst="rect">
            <a:avLst/>
          </a:prstGeom>
        </p:spPr>
      </p:pic>
      <p:pic>
        <p:nvPicPr>
          <p:cNvPr id="748" name="Google Shape;748;p72"/>
          <p:cNvPicPr preferRelativeResize="0">
            <a:picLocks noGrp="1"/>
          </p:cNvPicPr>
          <p:nvPr>
            <p:ph type="pic" idx="6"/>
          </p:nvPr>
        </p:nvPicPr>
        <p:blipFill rotWithShape="1">
          <a:blip r:embed="rId4">
            <a:alphaModFix/>
          </a:blip>
          <a:srcRect l="8389" r="8381"/>
          <a:stretch/>
        </p:blipFill>
        <p:spPr>
          <a:xfrm>
            <a:off x="6315925" y="150"/>
            <a:ext cx="2849400" cy="1711800"/>
          </a:xfrm>
          <a:prstGeom prst="rect">
            <a:avLst/>
          </a:prstGeom>
        </p:spPr>
      </p:pic>
      <p:sp>
        <p:nvSpPr>
          <p:cNvPr id="749" name="Google Shape;749;p72"/>
          <p:cNvSpPr txBox="1">
            <a:spLocks noGrp="1"/>
          </p:cNvSpPr>
          <p:nvPr>
            <p:ph type="title"/>
          </p:nvPr>
        </p:nvSpPr>
        <p:spPr>
          <a:xfrm>
            <a:off x="370800" y="417600"/>
            <a:ext cx="27492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Contrast with Deterministic Methods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larity Circl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D436F"/>
      </a:accent1>
      <a:accent2>
        <a:srgbClr val="0064B2"/>
      </a:accent2>
      <a:accent3>
        <a:srgbClr val="EEEEEE"/>
      </a:accent3>
      <a:accent4>
        <a:srgbClr val="CFE2F3"/>
      </a:accent4>
      <a:accent5>
        <a:srgbClr val="9FC5E8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1354</Words>
  <Application>Microsoft Macintosh PowerPoint</Application>
  <PresentationFormat>On-screen Show (16:9)</PresentationFormat>
  <Paragraphs>110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Sora SemiBold</vt:lpstr>
      <vt:lpstr>Sora Light</vt:lpstr>
      <vt:lpstr>Sora ExtraBold</vt:lpstr>
      <vt:lpstr>Sora</vt:lpstr>
      <vt:lpstr>Arial</vt:lpstr>
      <vt:lpstr>Epilogue SemiBold</vt:lpstr>
      <vt:lpstr>DM Sans</vt:lpstr>
      <vt:lpstr>Simple Light</vt:lpstr>
      <vt:lpstr>Clarity Circles</vt:lpstr>
      <vt:lpstr>Introduction to Advanced Actor-Critic Methods</vt:lpstr>
      <vt:lpstr>Importance of Understanding Advanced Techniques</vt:lpstr>
      <vt:lpstr>Deep Deterministic Policy Gradient (DDPG)</vt:lpstr>
      <vt:lpstr>Differences from Traditional Actor-Critic Methods</vt:lpstr>
      <vt:lpstr>Continuous Action Space Applicability</vt:lpstr>
      <vt:lpstr>Components of DDPG</vt:lpstr>
      <vt:lpstr>Actor Network: Policy Network's Role</vt:lpstr>
      <vt:lpstr>Critic Network: Value Network's Evaluation Process</vt:lpstr>
      <vt:lpstr>DDPG Algorithm Steps</vt:lpstr>
      <vt:lpstr>Initialization of Networks and Parameters</vt:lpstr>
      <vt:lpstr>Action Selection and Exploration Strategy</vt:lpstr>
      <vt:lpstr>Critic and Actor Network Updates</vt:lpstr>
      <vt:lpstr>Twin Delayed Deep Deterministic Policy Gradient (TD3)</vt:lpstr>
      <vt:lpstr>Improvements Over DDPG</vt:lpstr>
      <vt:lpstr>TD3 Algorithm</vt:lpstr>
      <vt:lpstr>Unique Aspects of TD3 Compared to DDPG</vt:lpstr>
      <vt:lpstr>Soft Actor-Critic (SAC)</vt:lpstr>
      <vt:lpstr>Use of Entropy in the Objective Function</vt:lpstr>
      <vt:lpstr>Components of SAC</vt:lpstr>
      <vt:lpstr>Actor and Critic Roles in SAC</vt:lpstr>
      <vt:lpstr>Importance of Entropy Term</vt:lpstr>
      <vt:lpstr>SAC Algorithm Steps</vt:lpstr>
      <vt:lpstr>Contrast with Deterministic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Basel Magableh</cp:lastModifiedBy>
  <cp:revision>1</cp:revision>
  <dcterms:modified xsi:type="dcterms:W3CDTF">2025-07-07T11:23:52Z</dcterms:modified>
</cp:coreProperties>
</file>